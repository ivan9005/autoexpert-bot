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2" r:id="rId11"/>
    <p:sldId id="273" r:id="rId12"/>
    <p:sldId id="271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2122DF3-4ECF-4B70-9DD6-206DBBF7438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70"/>
            <p14:sldId id="272"/>
            <p14:sldId id="273"/>
            <p14:sldId id="271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4" autoAdjust="0"/>
  </p:normalViewPr>
  <p:slideViewPr>
    <p:cSldViewPr>
      <p:cViewPr varScale="1">
        <p:scale>
          <a:sx n="95" d="100"/>
          <a:sy n="95" d="100"/>
        </p:scale>
        <p:origin x="-1090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4" y="22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1200" b="0" i="0" u="none" strike="noStrike" baseline="0" dirty="0" smtClean="0"/>
              <a:t>Сравнение времени оформления договора</a:t>
            </a:r>
            <a:endParaRPr lang="ru-RU" sz="1200" b="0" dirty="0"/>
          </a:p>
        </c:rich>
      </c:tx>
      <c:layout>
        <c:manualLayout>
          <c:xMode val="edge"/>
          <c:yMode val="edge"/>
          <c:x val="0.1104975405031625"/>
          <c:y val="1.7067996029115046E-2"/>
        </c:manualLayout>
      </c:layout>
      <c:overlay val="0"/>
    </c:title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"/>
          <c:y val="0.22896335890994191"/>
          <c:w val="1"/>
          <c:h val="0.46016526837519844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10 минут</c:v>
                </c:pt>
              </c:strCache>
            </c:strRef>
          </c:tx>
          <c:invertIfNegative val="0"/>
          <c:dLbls>
            <c:dLbl>
              <c:idx val="1"/>
              <c:layout>
                <c:manualLayout>
                  <c:x val="-6.0816997345122569E-3"/>
                  <c:y val="-2.2757328038820059E-2"/>
                </c:manualLayout>
              </c:layout>
              <c:tx>
                <c:rich>
                  <a:bodyPr/>
                  <a:lstStyle/>
                  <a:p>
                    <a:r>
                      <a:rPr lang="ru-RU" sz="1200" dirty="0" smtClean="0"/>
                      <a:t>2</a:t>
                    </a:r>
                    <a:r>
                      <a:rPr lang="ru-RU" sz="1200" baseline="0" dirty="0" smtClean="0"/>
                      <a:t> мин</a:t>
                    </a:r>
                    <a:r>
                      <a:rPr lang="ru-RU" baseline="0" dirty="0" smtClean="0"/>
                      <a:t>.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Лист1!$A$2:$A$3</c:f>
              <c:strCache>
                <c:ptCount val="2"/>
                <c:pt idx="0">
                  <c:v>В ручную</c:v>
                </c:pt>
                <c:pt idx="1">
                  <c:v>Бот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 минуты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8245099203536772E-2"/>
                  <c:y val="-7.3961316126165189E-2"/>
                </c:manualLayout>
              </c:layout>
              <c:tx>
                <c:rich>
                  <a:bodyPr/>
                  <a:lstStyle/>
                  <a:p>
                    <a:r>
                      <a:rPr lang="en-US" sz="1200" dirty="0" smtClean="0"/>
                      <a:t>10</a:t>
                    </a:r>
                    <a:r>
                      <a:rPr lang="ru-RU" sz="1200" dirty="0" smtClean="0"/>
                      <a:t> мин</a:t>
                    </a:r>
                    <a:endParaRPr lang="en-US" sz="1200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Лист1!$A$2:$A$3</c:f>
              <c:strCache>
                <c:ptCount val="2"/>
                <c:pt idx="0">
                  <c:v>В ручную</c:v>
                </c:pt>
                <c:pt idx="1">
                  <c:v>Бот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gapDepth val="95"/>
        <c:shape val="box"/>
        <c:axId val="129124992"/>
        <c:axId val="129683840"/>
        <c:axId val="0"/>
      </c:bar3DChart>
      <c:catAx>
        <c:axId val="129124992"/>
        <c:scaling>
          <c:orientation val="minMax"/>
        </c:scaling>
        <c:delete val="0"/>
        <c:axPos val="b"/>
        <c:majorTickMark val="none"/>
        <c:minorTickMark val="none"/>
        <c:tickLblPos val="nextTo"/>
        <c:crossAx val="129683840"/>
        <c:crosses val="autoZero"/>
        <c:auto val="1"/>
        <c:lblAlgn val="ctr"/>
        <c:lblOffset val="100"/>
        <c:noMultiLvlLbl val="0"/>
      </c:catAx>
      <c:valAx>
        <c:axId val="129683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1249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8A0D58-612D-4C5A-A56F-0D8CA4C3FED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4623B05-35D1-4931-AB36-86DF3BE2C5CC}" type="pres">
      <dgm:prSet presAssocID="{BC8A0D58-612D-4C5A-A56F-0D8CA4C3FEDA}" presName="Name0" presStyleCnt="0">
        <dgm:presLayoutVars>
          <dgm:dir/>
          <dgm:resizeHandles val="exact"/>
        </dgm:presLayoutVars>
      </dgm:prSet>
      <dgm:spPr/>
    </dgm:pt>
  </dgm:ptLst>
  <dgm:cxnLst>
    <dgm:cxn modelId="{180C485B-FFC5-4708-ADBF-F25A12209617}" type="presOf" srcId="{BC8A0D58-612D-4C5A-A56F-0D8CA4C3FEDA}" destId="{94623B05-35D1-4931-AB36-86DF3BE2C5CC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1EA2A6-9B3A-4F88-90BA-F4562515DA8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3F01505-7A20-4486-A748-50A70A110125}" type="pres">
      <dgm:prSet presAssocID="{991EA2A6-9B3A-4F88-90BA-F4562515DA89}" presName="Name0" presStyleCnt="0">
        <dgm:presLayoutVars>
          <dgm:dir/>
          <dgm:resizeHandles val="exact"/>
        </dgm:presLayoutVars>
      </dgm:prSet>
      <dgm:spPr/>
    </dgm:pt>
  </dgm:ptLst>
  <dgm:cxnLst>
    <dgm:cxn modelId="{C3C9BA25-B416-4ED3-A36D-1C2CCD7050A2}" type="presOf" srcId="{991EA2A6-9B3A-4F88-90BA-F4562515DA89}" destId="{D3F01505-7A20-4486-A748-50A70A11012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2F5270-4742-4348-A93E-9CA140E6F2BA}" type="doc">
      <dgm:prSet loTypeId="urn:microsoft.com/office/officeart/2005/8/layout/bProcess3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3CC5928-7533-4388-894E-589000F3FB00}">
      <dgm:prSet phldrT="[Текст]" custT="1"/>
      <dgm:spPr/>
      <dgm:t>
        <a:bodyPr/>
        <a:lstStyle/>
        <a:p>
          <a:r>
            <a:rPr lang="ru-RU" sz="3200" b="1" dirty="0" smtClean="0"/>
            <a:t>Пользователь</a:t>
          </a:r>
          <a:endParaRPr lang="ru-RU" sz="3200" b="1" dirty="0"/>
        </a:p>
      </dgm:t>
    </dgm:pt>
    <dgm:pt modelId="{F67356C0-212B-486F-9E4C-526F9A1DFF29}" type="parTrans" cxnId="{2DEC4466-53DF-4C4C-A520-1C23B7BECA2B}">
      <dgm:prSet/>
      <dgm:spPr/>
      <dgm:t>
        <a:bodyPr/>
        <a:lstStyle/>
        <a:p>
          <a:endParaRPr lang="ru-RU"/>
        </a:p>
      </dgm:t>
    </dgm:pt>
    <dgm:pt modelId="{A7FC6ABD-0B66-4A9B-A578-F0AB959B88C6}" type="sibTrans" cxnId="{2DEC4466-53DF-4C4C-A520-1C23B7BECA2B}">
      <dgm:prSet/>
      <dgm:spPr/>
      <dgm:t>
        <a:bodyPr/>
        <a:lstStyle/>
        <a:p>
          <a:endParaRPr lang="ru-RU"/>
        </a:p>
      </dgm:t>
    </dgm:pt>
    <dgm:pt modelId="{7C89F327-50F4-401C-B8D7-DE967E268125}">
      <dgm:prSet phldrT="[Текст]"/>
      <dgm:spPr/>
      <dgm:t>
        <a:bodyPr/>
        <a:lstStyle/>
        <a:p>
          <a:r>
            <a:rPr lang="en-US" b="1" dirty="0" smtClean="0"/>
            <a:t>Telegram-</a:t>
          </a:r>
          <a:r>
            <a:rPr lang="ru-RU" b="1" dirty="0" smtClean="0"/>
            <a:t>Бот</a:t>
          </a:r>
          <a:endParaRPr lang="ru-RU" b="1" dirty="0"/>
        </a:p>
      </dgm:t>
    </dgm:pt>
    <dgm:pt modelId="{7577FF7E-80EA-4C46-BC67-7DB1501F8DCE}" type="parTrans" cxnId="{A03B59FD-7862-4FB0-8905-07985A8BC6F2}">
      <dgm:prSet/>
      <dgm:spPr/>
      <dgm:t>
        <a:bodyPr/>
        <a:lstStyle/>
        <a:p>
          <a:endParaRPr lang="ru-RU"/>
        </a:p>
      </dgm:t>
    </dgm:pt>
    <dgm:pt modelId="{10022CFA-964B-4D99-92C1-CA6B806C9C47}" type="sibTrans" cxnId="{A03B59FD-7862-4FB0-8905-07985A8BC6F2}">
      <dgm:prSet/>
      <dgm:spPr/>
      <dgm:t>
        <a:bodyPr/>
        <a:lstStyle/>
        <a:p>
          <a:endParaRPr lang="ru-RU"/>
        </a:p>
      </dgm:t>
    </dgm:pt>
    <dgm:pt modelId="{2661FD70-8A37-4C8D-A6C1-B951D30E51C9}">
      <dgm:prSet phldrT="[Текст]"/>
      <dgm:spPr/>
      <dgm:t>
        <a:bodyPr/>
        <a:lstStyle/>
        <a:p>
          <a:r>
            <a:rPr lang="ru-RU" b="1" dirty="0" smtClean="0"/>
            <a:t>Обработка данных</a:t>
          </a:r>
          <a:endParaRPr lang="ru-RU" b="1" dirty="0"/>
        </a:p>
      </dgm:t>
    </dgm:pt>
    <dgm:pt modelId="{B883E453-BCAA-4AC4-A1F5-E6E91653864B}" type="parTrans" cxnId="{2E775F2A-0E03-4CAE-B055-DCE19ECFC424}">
      <dgm:prSet/>
      <dgm:spPr/>
      <dgm:t>
        <a:bodyPr/>
        <a:lstStyle/>
        <a:p>
          <a:endParaRPr lang="ru-RU"/>
        </a:p>
      </dgm:t>
    </dgm:pt>
    <dgm:pt modelId="{24EAA7B5-0663-407F-AF39-313B8E7B9A3B}" type="sibTrans" cxnId="{2E775F2A-0E03-4CAE-B055-DCE19ECFC424}">
      <dgm:prSet/>
      <dgm:spPr/>
      <dgm:t>
        <a:bodyPr/>
        <a:lstStyle/>
        <a:p>
          <a:endParaRPr lang="ru-RU"/>
        </a:p>
      </dgm:t>
    </dgm:pt>
    <dgm:pt modelId="{722A6767-0814-44A9-B4D5-6911B5DBCFD7}">
      <dgm:prSet phldrT="[Текст]"/>
      <dgm:spPr/>
      <dgm:t>
        <a:bodyPr/>
        <a:lstStyle/>
        <a:p>
          <a:r>
            <a:rPr lang="en-US" b="1" dirty="0" err="1" smtClean="0"/>
            <a:t>PostgreSQL</a:t>
          </a:r>
          <a:endParaRPr lang="ru-RU" b="1" dirty="0"/>
        </a:p>
      </dgm:t>
    </dgm:pt>
    <dgm:pt modelId="{C10D3230-5B01-4568-87A2-FFC9F0C0E9C6}" type="parTrans" cxnId="{35DBAA5A-9FC4-4B84-9D27-D1D9D04DBF79}">
      <dgm:prSet/>
      <dgm:spPr/>
      <dgm:t>
        <a:bodyPr/>
        <a:lstStyle/>
        <a:p>
          <a:endParaRPr lang="ru-RU"/>
        </a:p>
      </dgm:t>
    </dgm:pt>
    <dgm:pt modelId="{BDD440F6-1A5F-4CAB-BDB2-6206401454BA}" type="sibTrans" cxnId="{35DBAA5A-9FC4-4B84-9D27-D1D9D04DBF79}">
      <dgm:prSet/>
      <dgm:spPr/>
      <dgm:t>
        <a:bodyPr/>
        <a:lstStyle/>
        <a:p>
          <a:endParaRPr lang="ru-RU"/>
        </a:p>
      </dgm:t>
    </dgm:pt>
    <dgm:pt modelId="{D9D0E497-BC27-49FA-A810-C2A1E8FFC849}">
      <dgm:prSet phldrT="[Текст]"/>
      <dgm:spPr/>
      <dgm:t>
        <a:bodyPr/>
        <a:lstStyle/>
        <a:p>
          <a:r>
            <a:rPr lang="ru-RU" b="1" dirty="0" smtClean="0"/>
            <a:t>Генерация договора </a:t>
          </a:r>
          <a:r>
            <a:rPr lang="en-US" b="1" dirty="0" smtClean="0"/>
            <a:t>DOCX</a:t>
          </a:r>
          <a:endParaRPr lang="ru-RU" b="1" dirty="0"/>
        </a:p>
      </dgm:t>
    </dgm:pt>
    <dgm:pt modelId="{27F8289D-B72B-406F-9C60-5E111AD01ABB}" type="parTrans" cxnId="{35CDB95E-33D3-47A6-94F0-2FC6C3B867A5}">
      <dgm:prSet/>
      <dgm:spPr/>
      <dgm:t>
        <a:bodyPr/>
        <a:lstStyle/>
        <a:p>
          <a:endParaRPr lang="ru-RU"/>
        </a:p>
      </dgm:t>
    </dgm:pt>
    <dgm:pt modelId="{C7ECFE65-B760-4F9D-8BC6-088C1D1E9441}" type="sibTrans" cxnId="{35CDB95E-33D3-47A6-94F0-2FC6C3B867A5}">
      <dgm:prSet/>
      <dgm:spPr/>
      <dgm:t>
        <a:bodyPr/>
        <a:lstStyle/>
        <a:p>
          <a:endParaRPr lang="ru-RU"/>
        </a:p>
      </dgm:t>
    </dgm:pt>
    <dgm:pt modelId="{9CE3A29E-6B19-4DEA-B657-316A691489D6}">
      <dgm:prSet phldrT="[Текст]"/>
      <dgm:spPr/>
      <dgm:t>
        <a:bodyPr/>
        <a:lstStyle/>
        <a:p>
          <a:r>
            <a:rPr lang="ru-RU" b="1" dirty="0" smtClean="0"/>
            <a:t>Эксперт</a:t>
          </a:r>
        </a:p>
      </dgm:t>
    </dgm:pt>
    <dgm:pt modelId="{9ABB03D3-CC33-4389-BEE1-38604A0075AF}" type="parTrans" cxnId="{27567543-714A-4D46-B4AE-727274627E4B}">
      <dgm:prSet/>
      <dgm:spPr/>
      <dgm:t>
        <a:bodyPr/>
        <a:lstStyle/>
        <a:p>
          <a:endParaRPr lang="ru-RU"/>
        </a:p>
      </dgm:t>
    </dgm:pt>
    <dgm:pt modelId="{8C8565D9-D04D-40DE-A370-A429878F515C}" type="sibTrans" cxnId="{27567543-714A-4D46-B4AE-727274627E4B}">
      <dgm:prSet/>
      <dgm:spPr/>
      <dgm:t>
        <a:bodyPr/>
        <a:lstStyle/>
        <a:p>
          <a:endParaRPr lang="ru-RU"/>
        </a:p>
      </dgm:t>
    </dgm:pt>
    <dgm:pt modelId="{F1F65FF3-920A-460E-990E-7D6F39E81CAC}" type="pres">
      <dgm:prSet presAssocID="{742F5270-4742-4348-A93E-9CA140E6F2B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866C0C8-431E-4122-B524-35E7948C6CFD}" type="pres">
      <dgm:prSet presAssocID="{D3CC5928-7533-4388-894E-589000F3FB00}" presName="node" presStyleLbl="node1" presStyleIdx="0" presStyleCnt="6" custScaleX="138702" custScaleY="138026" custLinFactNeighborX="-6697" custLinFactNeighborY="-5743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C7DEBD-FA5B-4647-958F-96D0A64900B8}" type="pres">
      <dgm:prSet presAssocID="{A7FC6ABD-0B66-4A9B-A578-F0AB959B88C6}" presName="sibTrans" presStyleLbl="sibTrans1D1" presStyleIdx="0" presStyleCnt="5"/>
      <dgm:spPr/>
      <dgm:t>
        <a:bodyPr/>
        <a:lstStyle/>
        <a:p>
          <a:endParaRPr lang="ru-RU"/>
        </a:p>
      </dgm:t>
    </dgm:pt>
    <dgm:pt modelId="{B49DFFE3-1AE9-4C22-8727-C2987451E329}" type="pres">
      <dgm:prSet presAssocID="{A7FC6ABD-0B66-4A9B-A578-F0AB959B88C6}" presName="connectorText" presStyleLbl="sibTrans1D1" presStyleIdx="0" presStyleCnt="5"/>
      <dgm:spPr/>
      <dgm:t>
        <a:bodyPr/>
        <a:lstStyle/>
        <a:p>
          <a:endParaRPr lang="ru-RU"/>
        </a:p>
      </dgm:t>
    </dgm:pt>
    <dgm:pt modelId="{F29BA002-7484-4DD0-A08B-B04592E35419}" type="pres">
      <dgm:prSet presAssocID="{7C89F327-50F4-401C-B8D7-DE967E268125}" presName="node" presStyleLbl="node1" presStyleIdx="1" presStyleCnt="6" custLinFactNeighborX="4020" custLinFactNeighborY="-3486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50378D-DC1A-47AB-86E6-D73F4FE60BC8}" type="pres">
      <dgm:prSet presAssocID="{10022CFA-964B-4D99-92C1-CA6B806C9C47}" presName="sibTrans" presStyleLbl="sibTrans1D1" presStyleIdx="1" presStyleCnt="5"/>
      <dgm:spPr/>
      <dgm:t>
        <a:bodyPr/>
        <a:lstStyle/>
        <a:p>
          <a:endParaRPr lang="ru-RU"/>
        </a:p>
      </dgm:t>
    </dgm:pt>
    <dgm:pt modelId="{E7EFA8E3-A3E5-418B-97A0-7EB16FB7ED9E}" type="pres">
      <dgm:prSet presAssocID="{10022CFA-964B-4D99-92C1-CA6B806C9C47}" presName="connectorText" presStyleLbl="sibTrans1D1" presStyleIdx="1" presStyleCnt="5"/>
      <dgm:spPr/>
      <dgm:t>
        <a:bodyPr/>
        <a:lstStyle/>
        <a:p>
          <a:endParaRPr lang="ru-RU"/>
        </a:p>
      </dgm:t>
    </dgm:pt>
    <dgm:pt modelId="{5C0F8DD4-9CF8-4298-A2FF-88B00DB1B37F}" type="pres">
      <dgm:prSet presAssocID="{2661FD70-8A37-4C8D-A6C1-B951D30E51C9}" presName="node" presStyleLbl="node1" presStyleIdx="2" presStyleCnt="6" custLinFactNeighborX="-3065" custLinFactNeighborY="168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B7171E-8BB5-4E04-8105-4F9A669E1FEA}" type="pres">
      <dgm:prSet presAssocID="{24EAA7B5-0663-407F-AF39-313B8E7B9A3B}" presName="sibTrans" presStyleLbl="sibTrans1D1" presStyleIdx="2" presStyleCnt="5"/>
      <dgm:spPr/>
      <dgm:t>
        <a:bodyPr/>
        <a:lstStyle/>
        <a:p>
          <a:endParaRPr lang="ru-RU"/>
        </a:p>
      </dgm:t>
    </dgm:pt>
    <dgm:pt modelId="{0AD55FBB-7B1B-4770-8EB7-A4B2FE08A79E}" type="pres">
      <dgm:prSet presAssocID="{24EAA7B5-0663-407F-AF39-313B8E7B9A3B}" presName="connectorText" presStyleLbl="sibTrans1D1" presStyleIdx="2" presStyleCnt="5"/>
      <dgm:spPr/>
      <dgm:t>
        <a:bodyPr/>
        <a:lstStyle/>
        <a:p>
          <a:endParaRPr lang="ru-RU"/>
        </a:p>
      </dgm:t>
    </dgm:pt>
    <dgm:pt modelId="{747FCBAD-2B2E-4889-B49C-21AAC4895953}" type="pres">
      <dgm:prSet presAssocID="{722A6767-0814-44A9-B4D5-6911B5DBCFD7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411F963-DBC7-4E96-9C59-1A176F57B5A3}" type="pres">
      <dgm:prSet presAssocID="{BDD440F6-1A5F-4CAB-BDB2-6206401454BA}" presName="sibTrans" presStyleLbl="sibTrans1D1" presStyleIdx="3" presStyleCnt="5"/>
      <dgm:spPr/>
      <dgm:t>
        <a:bodyPr/>
        <a:lstStyle/>
        <a:p>
          <a:endParaRPr lang="ru-RU"/>
        </a:p>
      </dgm:t>
    </dgm:pt>
    <dgm:pt modelId="{93EC3D21-41D0-4BD6-A68B-6A2F73F3EC40}" type="pres">
      <dgm:prSet presAssocID="{BDD440F6-1A5F-4CAB-BDB2-6206401454BA}" presName="connectorText" presStyleLbl="sibTrans1D1" presStyleIdx="3" presStyleCnt="5"/>
      <dgm:spPr/>
      <dgm:t>
        <a:bodyPr/>
        <a:lstStyle/>
        <a:p>
          <a:endParaRPr lang="ru-RU"/>
        </a:p>
      </dgm:t>
    </dgm:pt>
    <dgm:pt modelId="{85C14B27-60C7-4496-9B9A-325791272309}" type="pres">
      <dgm:prSet presAssocID="{D9D0E497-BC27-49FA-A810-C2A1E8FFC849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BCA69D7-E81B-4156-BF11-2926E0E87156}" type="pres">
      <dgm:prSet presAssocID="{C7ECFE65-B760-4F9D-8BC6-088C1D1E9441}" presName="sibTrans" presStyleLbl="sibTrans1D1" presStyleIdx="4" presStyleCnt="5"/>
      <dgm:spPr/>
      <dgm:t>
        <a:bodyPr/>
        <a:lstStyle/>
        <a:p>
          <a:endParaRPr lang="ru-RU"/>
        </a:p>
      </dgm:t>
    </dgm:pt>
    <dgm:pt modelId="{968981E8-4173-49A7-B1C2-F1774578C962}" type="pres">
      <dgm:prSet presAssocID="{C7ECFE65-B760-4F9D-8BC6-088C1D1E9441}" presName="connectorText" presStyleLbl="sibTrans1D1" presStyleIdx="4" presStyleCnt="5"/>
      <dgm:spPr/>
      <dgm:t>
        <a:bodyPr/>
        <a:lstStyle/>
        <a:p>
          <a:endParaRPr lang="ru-RU"/>
        </a:p>
      </dgm:t>
    </dgm:pt>
    <dgm:pt modelId="{40510BF0-9144-4394-A7CB-B6818F1C5120}" type="pres">
      <dgm:prSet presAssocID="{9CE3A29E-6B19-4DEA-B657-316A691489D6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771999F-CF20-465F-8C2B-3280ABA1BA33}" type="presOf" srcId="{7C89F327-50F4-401C-B8D7-DE967E268125}" destId="{F29BA002-7484-4DD0-A08B-B04592E35419}" srcOrd="0" destOrd="0" presId="urn:microsoft.com/office/officeart/2005/8/layout/bProcess3"/>
    <dgm:cxn modelId="{2E775F2A-0E03-4CAE-B055-DCE19ECFC424}" srcId="{742F5270-4742-4348-A93E-9CA140E6F2BA}" destId="{2661FD70-8A37-4C8D-A6C1-B951D30E51C9}" srcOrd="2" destOrd="0" parTransId="{B883E453-BCAA-4AC4-A1F5-E6E91653864B}" sibTransId="{24EAA7B5-0663-407F-AF39-313B8E7B9A3B}"/>
    <dgm:cxn modelId="{D638A362-4AD4-4BF5-AE38-BED0967D0D15}" type="presOf" srcId="{742F5270-4742-4348-A93E-9CA140E6F2BA}" destId="{F1F65FF3-920A-460E-990E-7D6F39E81CAC}" srcOrd="0" destOrd="0" presId="urn:microsoft.com/office/officeart/2005/8/layout/bProcess3"/>
    <dgm:cxn modelId="{0E6CC04E-EE39-43CC-980D-0887E9B6BB80}" type="presOf" srcId="{10022CFA-964B-4D99-92C1-CA6B806C9C47}" destId="{D050378D-DC1A-47AB-86E6-D73F4FE60BC8}" srcOrd="0" destOrd="0" presId="urn:microsoft.com/office/officeart/2005/8/layout/bProcess3"/>
    <dgm:cxn modelId="{6E8E7DEA-6D42-448E-B101-C72C78E615AF}" type="presOf" srcId="{10022CFA-964B-4D99-92C1-CA6B806C9C47}" destId="{E7EFA8E3-A3E5-418B-97A0-7EB16FB7ED9E}" srcOrd="1" destOrd="0" presId="urn:microsoft.com/office/officeart/2005/8/layout/bProcess3"/>
    <dgm:cxn modelId="{48DD968A-4202-4B75-8BAE-970D924B25BE}" type="presOf" srcId="{24EAA7B5-0663-407F-AF39-313B8E7B9A3B}" destId="{DDB7171E-8BB5-4E04-8105-4F9A669E1FEA}" srcOrd="0" destOrd="0" presId="urn:microsoft.com/office/officeart/2005/8/layout/bProcess3"/>
    <dgm:cxn modelId="{2E7C0A51-8DEA-4FBF-AC0F-E7945FC8CBE7}" type="presOf" srcId="{C7ECFE65-B760-4F9D-8BC6-088C1D1E9441}" destId="{DBCA69D7-E81B-4156-BF11-2926E0E87156}" srcOrd="0" destOrd="0" presId="urn:microsoft.com/office/officeart/2005/8/layout/bProcess3"/>
    <dgm:cxn modelId="{9A9F5285-E5AD-4421-BE87-B04B03D2436E}" type="presOf" srcId="{D9D0E497-BC27-49FA-A810-C2A1E8FFC849}" destId="{85C14B27-60C7-4496-9B9A-325791272309}" srcOrd="0" destOrd="0" presId="urn:microsoft.com/office/officeart/2005/8/layout/bProcess3"/>
    <dgm:cxn modelId="{4F9F377D-2E4F-4916-BE1E-0C7D4F329825}" type="presOf" srcId="{A7FC6ABD-0B66-4A9B-A578-F0AB959B88C6}" destId="{6CC7DEBD-FA5B-4647-958F-96D0A64900B8}" srcOrd="0" destOrd="0" presId="urn:microsoft.com/office/officeart/2005/8/layout/bProcess3"/>
    <dgm:cxn modelId="{A03B59FD-7862-4FB0-8905-07985A8BC6F2}" srcId="{742F5270-4742-4348-A93E-9CA140E6F2BA}" destId="{7C89F327-50F4-401C-B8D7-DE967E268125}" srcOrd="1" destOrd="0" parTransId="{7577FF7E-80EA-4C46-BC67-7DB1501F8DCE}" sibTransId="{10022CFA-964B-4D99-92C1-CA6B806C9C47}"/>
    <dgm:cxn modelId="{EAB5DAE4-95E9-4D12-A67A-E0663A8DDE40}" type="presOf" srcId="{D3CC5928-7533-4388-894E-589000F3FB00}" destId="{E866C0C8-431E-4122-B524-35E7948C6CFD}" srcOrd="0" destOrd="0" presId="urn:microsoft.com/office/officeart/2005/8/layout/bProcess3"/>
    <dgm:cxn modelId="{8A731492-0C74-432B-9241-7C30F9A7D0FA}" type="presOf" srcId="{C7ECFE65-B760-4F9D-8BC6-088C1D1E9441}" destId="{968981E8-4173-49A7-B1C2-F1774578C962}" srcOrd="1" destOrd="0" presId="urn:microsoft.com/office/officeart/2005/8/layout/bProcess3"/>
    <dgm:cxn modelId="{1FD31DAC-8698-4F7F-A0CB-E7CC520F8072}" type="presOf" srcId="{2661FD70-8A37-4C8D-A6C1-B951D30E51C9}" destId="{5C0F8DD4-9CF8-4298-A2FF-88B00DB1B37F}" srcOrd="0" destOrd="0" presId="urn:microsoft.com/office/officeart/2005/8/layout/bProcess3"/>
    <dgm:cxn modelId="{04C09A9D-E4CA-47CC-BCDF-4A43C597BDFA}" type="presOf" srcId="{9CE3A29E-6B19-4DEA-B657-316A691489D6}" destId="{40510BF0-9144-4394-A7CB-B6818F1C5120}" srcOrd="0" destOrd="0" presId="urn:microsoft.com/office/officeart/2005/8/layout/bProcess3"/>
    <dgm:cxn modelId="{35DBAA5A-9FC4-4B84-9D27-D1D9D04DBF79}" srcId="{742F5270-4742-4348-A93E-9CA140E6F2BA}" destId="{722A6767-0814-44A9-B4D5-6911B5DBCFD7}" srcOrd="3" destOrd="0" parTransId="{C10D3230-5B01-4568-87A2-FFC9F0C0E9C6}" sibTransId="{BDD440F6-1A5F-4CAB-BDB2-6206401454BA}"/>
    <dgm:cxn modelId="{2BAC4F11-1ABB-4BBC-A16B-0CA41D08BE0E}" type="presOf" srcId="{24EAA7B5-0663-407F-AF39-313B8E7B9A3B}" destId="{0AD55FBB-7B1B-4770-8EB7-A4B2FE08A79E}" srcOrd="1" destOrd="0" presId="urn:microsoft.com/office/officeart/2005/8/layout/bProcess3"/>
    <dgm:cxn modelId="{2DEC4466-53DF-4C4C-A520-1C23B7BECA2B}" srcId="{742F5270-4742-4348-A93E-9CA140E6F2BA}" destId="{D3CC5928-7533-4388-894E-589000F3FB00}" srcOrd="0" destOrd="0" parTransId="{F67356C0-212B-486F-9E4C-526F9A1DFF29}" sibTransId="{A7FC6ABD-0B66-4A9B-A578-F0AB959B88C6}"/>
    <dgm:cxn modelId="{35CDB95E-33D3-47A6-94F0-2FC6C3B867A5}" srcId="{742F5270-4742-4348-A93E-9CA140E6F2BA}" destId="{D9D0E497-BC27-49FA-A810-C2A1E8FFC849}" srcOrd="4" destOrd="0" parTransId="{27F8289D-B72B-406F-9C60-5E111AD01ABB}" sibTransId="{C7ECFE65-B760-4F9D-8BC6-088C1D1E9441}"/>
    <dgm:cxn modelId="{F320CD19-DB71-4E7E-A7EB-F8EFA93741F8}" type="presOf" srcId="{A7FC6ABD-0B66-4A9B-A578-F0AB959B88C6}" destId="{B49DFFE3-1AE9-4C22-8727-C2987451E329}" srcOrd="1" destOrd="0" presId="urn:microsoft.com/office/officeart/2005/8/layout/bProcess3"/>
    <dgm:cxn modelId="{27567543-714A-4D46-B4AE-727274627E4B}" srcId="{742F5270-4742-4348-A93E-9CA140E6F2BA}" destId="{9CE3A29E-6B19-4DEA-B657-316A691489D6}" srcOrd="5" destOrd="0" parTransId="{9ABB03D3-CC33-4389-BEE1-38604A0075AF}" sibTransId="{8C8565D9-D04D-40DE-A370-A429878F515C}"/>
    <dgm:cxn modelId="{FEB5716D-B217-427D-A0F5-1BDEC8BAE939}" type="presOf" srcId="{BDD440F6-1A5F-4CAB-BDB2-6206401454BA}" destId="{93EC3D21-41D0-4BD6-A68B-6A2F73F3EC40}" srcOrd="1" destOrd="0" presId="urn:microsoft.com/office/officeart/2005/8/layout/bProcess3"/>
    <dgm:cxn modelId="{C9ABCBD1-1BBE-4256-82A3-C2AE56FB8AC7}" type="presOf" srcId="{722A6767-0814-44A9-B4D5-6911B5DBCFD7}" destId="{747FCBAD-2B2E-4889-B49C-21AAC4895953}" srcOrd="0" destOrd="0" presId="urn:microsoft.com/office/officeart/2005/8/layout/bProcess3"/>
    <dgm:cxn modelId="{2B2DF966-1A03-46C6-8E78-77B82EA20AF0}" type="presOf" srcId="{BDD440F6-1A5F-4CAB-BDB2-6206401454BA}" destId="{A411F963-DBC7-4E96-9C59-1A176F57B5A3}" srcOrd="0" destOrd="0" presId="urn:microsoft.com/office/officeart/2005/8/layout/bProcess3"/>
    <dgm:cxn modelId="{D8F560D4-1E41-4350-8191-EB4F9C66917D}" type="presParOf" srcId="{F1F65FF3-920A-460E-990E-7D6F39E81CAC}" destId="{E866C0C8-431E-4122-B524-35E7948C6CFD}" srcOrd="0" destOrd="0" presId="urn:microsoft.com/office/officeart/2005/8/layout/bProcess3"/>
    <dgm:cxn modelId="{307FBF9D-F505-4737-ABDF-3749327BC546}" type="presParOf" srcId="{F1F65FF3-920A-460E-990E-7D6F39E81CAC}" destId="{6CC7DEBD-FA5B-4647-958F-96D0A64900B8}" srcOrd="1" destOrd="0" presId="urn:microsoft.com/office/officeart/2005/8/layout/bProcess3"/>
    <dgm:cxn modelId="{16EABEF9-25B5-40C4-94F7-05B886B4D80A}" type="presParOf" srcId="{6CC7DEBD-FA5B-4647-958F-96D0A64900B8}" destId="{B49DFFE3-1AE9-4C22-8727-C2987451E329}" srcOrd="0" destOrd="0" presId="urn:microsoft.com/office/officeart/2005/8/layout/bProcess3"/>
    <dgm:cxn modelId="{39D39CA3-47F8-42C0-8018-F6B76A70CB11}" type="presParOf" srcId="{F1F65FF3-920A-460E-990E-7D6F39E81CAC}" destId="{F29BA002-7484-4DD0-A08B-B04592E35419}" srcOrd="2" destOrd="0" presId="urn:microsoft.com/office/officeart/2005/8/layout/bProcess3"/>
    <dgm:cxn modelId="{71F3E071-149C-44F0-9857-CA2972F4C82C}" type="presParOf" srcId="{F1F65FF3-920A-460E-990E-7D6F39E81CAC}" destId="{D050378D-DC1A-47AB-86E6-D73F4FE60BC8}" srcOrd="3" destOrd="0" presId="urn:microsoft.com/office/officeart/2005/8/layout/bProcess3"/>
    <dgm:cxn modelId="{575A2F5F-31E0-4EAE-8B66-390395047BDD}" type="presParOf" srcId="{D050378D-DC1A-47AB-86E6-D73F4FE60BC8}" destId="{E7EFA8E3-A3E5-418B-97A0-7EB16FB7ED9E}" srcOrd="0" destOrd="0" presId="urn:microsoft.com/office/officeart/2005/8/layout/bProcess3"/>
    <dgm:cxn modelId="{EE1BBC91-7514-420D-8362-C5F9A0C728EF}" type="presParOf" srcId="{F1F65FF3-920A-460E-990E-7D6F39E81CAC}" destId="{5C0F8DD4-9CF8-4298-A2FF-88B00DB1B37F}" srcOrd="4" destOrd="0" presId="urn:microsoft.com/office/officeart/2005/8/layout/bProcess3"/>
    <dgm:cxn modelId="{2A4C70D9-F76F-49C2-AF7E-1A527241F3CF}" type="presParOf" srcId="{F1F65FF3-920A-460E-990E-7D6F39E81CAC}" destId="{DDB7171E-8BB5-4E04-8105-4F9A669E1FEA}" srcOrd="5" destOrd="0" presId="urn:microsoft.com/office/officeart/2005/8/layout/bProcess3"/>
    <dgm:cxn modelId="{7DF50168-393A-44AB-805D-DC40B40884BE}" type="presParOf" srcId="{DDB7171E-8BB5-4E04-8105-4F9A669E1FEA}" destId="{0AD55FBB-7B1B-4770-8EB7-A4B2FE08A79E}" srcOrd="0" destOrd="0" presId="urn:microsoft.com/office/officeart/2005/8/layout/bProcess3"/>
    <dgm:cxn modelId="{BD7618EB-2839-47F0-BB99-A99D2D740615}" type="presParOf" srcId="{F1F65FF3-920A-460E-990E-7D6F39E81CAC}" destId="{747FCBAD-2B2E-4889-B49C-21AAC4895953}" srcOrd="6" destOrd="0" presId="urn:microsoft.com/office/officeart/2005/8/layout/bProcess3"/>
    <dgm:cxn modelId="{04E28CB3-3575-4695-8A31-CEA1DEE3B83B}" type="presParOf" srcId="{F1F65FF3-920A-460E-990E-7D6F39E81CAC}" destId="{A411F963-DBC7-4E96-9C59-1A176F57B5A3}" srcOrd="7" destOrd="0" presId="urn:microsoft.com/office/officeart/2005/8/layout/bProcess3"/>
    <dgm:cxn modelId="{F0E4016C-1E71-4BC3-9DC0-D01E2E1A636D}" type="presParOf" srcId="{A411F963-DBC7-4E96-9C59-1A176F57B5A3}" destId="{93EC3D21-41D0-4BD6-A68B-6A2F73F3EC40}" srcOrd="0" destOrd="0" presId="urn:microsoft.com/office/officeart/2005/8/layout/bProcess3"/>
    <dgm:cxn modelId="{03EA1D63-81C2-4B19-B83A-647982EBE46B}" type="presParOf" srcId="{F1F65FF3-920A-460E-990E-7D6F39E81CAC}" destId="{85C14B27-60C7-4496-9B9A-325791272309}" srcOrd="8" destOrd="0" presId="urn:microsoft.com/office/officeart/2005/8/layout/bProcess3"/>
    <dgm:cxn modelId="{2DF649E7-5141-4999-AF78-C799DB626B66}" type="presParOf" srcId="{F1F65FF3-920A-460E-990E-7D6F39E81CAC}" destId="{DBCA69D7-E81B-4156-BF11-2926E0E87156}" srcOrd="9" destOrd="0" presId="urn:microsoft.com/office/officeart/2005/8/layout/bProcess3"/>
    <dgm:cxn modelId="{AD835425-0E90-4E09-AEAC-D0356A97B661}" type="presParOf" srcId="{DBCA69D7-E81B-4156-BF11-2926E0E87156}" destId="{968981E8-4173-49A7-B1C2-F1774578C962}" srcOrd="0" destOrd="0" presId="urn:microsoft.com/office/officeart/2005/8/layout/bProcess3"/>
    <dgm:cxn modelId="{01E32F40-F1AE-4648-BB3E-415E434F7041}" type="presParOf" srcId="{F1F65FF3-920A-460E-990E-7D6F39E81CAC}" destId="{40510BF0-9144-4394-A7CB-B6818F1C5120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57D5FD-A62B-4734-98B9-F2A178BC4474}" type="doc">
      <dgm:prSet loTypeId="urn:microsoft.com/office/officeart/2005/8/layout/process5" loCatId="process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BF3833C5-96B6-474E-BAED-3524E01210B0}">
      <dgm:prSet phldrT="[Текст]" custT="1"/>
      <dgm:spPr/>
      <dgm:t>
        <a:bodyPr/>
        <a:lstStyle/>
        <a:p>
          <a:r>
            <a:rPr lang="ru-RU" sz="1200" b="1" dirty="0" smtClean="0"/>
            <a:t>Ввод данных</a:t>
          </a:r>
          <a:endParaRPr lang="ru-RU" sz="1200" b="1" dirty="0"/>
        </a:p>
      </dgm:t>
    </dgm:pt>
    <dgm:pt modelId="{92D23B2C-1E44-45B3-9BAC-81993C024BE4}" type="parTrans" cxnId="{ECF10B7F-7EE2-427A-95B6-20E51C8DE5B4}">
      <dgm:prSet/>
      <dgm:spPr/>
      <dgm:t>
        <a:bodyPr/>
        <a:lstStyle/>
        <a:p>
          <a:endParaRPr lang="ru-RU"/>
        </a:p>
      </dgm:t>
    </dgm:pt>
    <dgm:pt modelId="{950E4386-2837-4AFA-97CF-87ACDD9F94C9}" type="sibTrans" cxnId="{ECF10B7F-7EE2-427A-95B6-20E51C8DE5B4}">
      <dgm:prSet/>
      <dgm:spPr/>
      <dgm:t>
        <a:bodyPr/>
        <a:lstStyle/>
        <a:p>
          <a:endParaRPr lang="ru-RU"/>
        </a:p>
      </dgm:t>
    </dgm:pt>
    <dgm:pt modelId="{4CB57F35-24AA-44B6-978A-CA5A1F303BC3}">
      <dgm:prSet phldrT="[Текст]" custT="1"/>
      <dgm:spPr/>
      <dgm:t>
        <a:bodyPr/>
        <a:lstStyle/>
        <a:p>
          <a:r>
            <a:rPr lang="ru-RU" sz="1200" b="1" dirty="0" smtClean="0"/>
            <a:t>Проверка генерации договоров</a:t>
          </a:r>
          <a:endParaRPr lang="ru-RU" sz="1200" b="1" dirty="0"/>
        </a:p>
      </dgm:t>
    </dgm:pt>
    <dgm:pt modelId="{C8337836-0950-40EC-A181-5C3A3914DCF1}" type="parTrans" cxnId="{DDC1CC77-5AD3-486A-9338-5DBD83FAE155}">
      <dgm:prSet/>
      <dgm:spPr/>
      <dgm:t>
        <a:bodyPr/>
        <a:lstStyle/>
        <a:p>
          <a:endParaRPr lang="ru-RU"/>
        </a:p>
      </dgm:t>
    </dgm:pt>
    <dgm:pt modelId="{A98203AC-CBCC-4184-A31C-23DA8A9C145D}" type="sibTrans" cxnId="{DDC1CC77-5AD3-486A-9338-5DBD83FAE155}">
      <dgm:prSet/>
      <dgm:spPr/>
      <dgm:t>
        <a:bodyPr/>
        <a:lstStyle/>
        <a:p>
          <a:endParaRPr lang="ru-RU"/>
        </a:p>
      </dgm:t>
    </dgm:pt>
    <dgm:pt modelId="{ADA72263-AB6A-46DC-966E-E46EFA689372}">
      <dgm:prSet phldrT="[Текст]" custT="1"/>
      <dgm:spPr/>
      <dgm:t>
        <a:bodyPr/>
        <a:lstStyle/>
        <a:p>
          <a:r>
            <a:rPr lang="ru-RU" sz="1200" b="1" dirty="0" smtClean="0"/>
            <a:t>Сохранения в </a:t>
          </a:r>
          <a:r>
            <a:rPr lang="en-US" sz="1200" b="1" dirty="0" err="1" smtClean="0"/>
            <a:t>PostgreSQL</a:t>
          </a:r>
          <a:endParaRPr lang="ru-RU" sz="1200" b="1" dirty="0"/>
        </a:p>
      </dgm:t>
    </dgm:pt>
    <dgm:pt modelId="{F357576C-F259-47B2-9CB4-F33C8EF68F08}" type="parTrans" cxnId="{F0509A1A-0291-4787-80F6-AAA6B557D897}">
      <dgm:prSet/>
      <dgm:spPr/>
      <dgm:t>
        <a:bodyPr/>
        <a:lstStyle/>
        <a:p>
          <a:endParaRPr lang="ru-RU"/>
        </a:p>
      </dgm:t>
    </dgm:pt>
    <dgm:pt modelId="{A1FA5922-4760-4C00-8564-7F7CEE847B09}" type="sibTrans" cxnId="{F0509A1A-0291-4787-80F6-AAA6B557D897}">
      <dgm:prSet/>
      <dgm:spPr/>
      <dgm:t>
        <a:bodyPr/>
        <a:lstStyle/>
        <a:p>
          <a:endParaRPr lang="ru-RU"/>
        </a:p>
      </dgm:t>
    </dgm:pt>
    <dgm:pt modelId="{82B5B27B-3F20-445F-B612-77A8F6CE6E21}">
      <dgm:prSet phldrT="[Текст]" custT="1"/>
      <dgm:spPr/>
      <dgm:t>
        <a:bodyPr/>
        <a:lstStyle/>
        <a:p>
          <a:r>
            <a:rPr lang="ru-RU" sz="1200" b="1" dirty="0" smtClean="0"/>
            <a:t>Проверка команд бота</a:t>
          </a:r>
          <a:endParaRPr lang="ru-RU" sz="1200" b="1" dirty="0"/>
        </a:p>
      </dgm:t>
    </dgm:pt>
    <dgm:pt modelId="{0891608C-136F-4D0A-8D54-8C1A79717C14}" type="parTrans" cxnId="{23C8E2A3-41B9-48FB-B3BA-65D2C1594716}">
      <dgm:prSet/>
      <dgm:spPr/>
      <dgm:t>
        <a:bodyPr/>
        <a:lstStyle/>
        <a:p>
          <a:endParaRPr lang="ru-RU"/>
        </a:p>
      </dgm:t>
    </dgm:pt>
    <dgm:pt modelId="{0A983B2F-9CBC-439E-9278-865445CC3E41}" type="sibTrans" cxnId="{23C8E2A3-41B9-48FB-B3BA-65D2C1594716}">
      <dgm:prSet/>
      <dgm:spPr/>
      <dgm:t>
        <a:bodyPr/>
        <a:lstStyle/>
        <a:p>
          <a:endParaRPr lang="ru-RU"/>
        </a:p>
      </dgm:t>
    </dgm:pt>
    <dgm:pt modelId="{C66E093C-30F8-4584-A5DC-CEC3D2280528}">
      <dgm:prSet phldrT="[Текст]" custT="1"/>
      <dgm:spPr/>
      <dgm:t>
        <a:bodyPr/>
        <a:lstStyle/>
        <a:p>
          <a:r>
            <a:rPr lang="ru-RU" sz="1200" b="1" dirty="0" smtClean="0"/>
            <a:t> Отправка договора эксперту</a:t>
          </a:r>
        </a:p>
      </dgm:t>
    </dgm:pt>
    <dgm:pt modelId="{BD12A7BC-2C8F-4FBD-9887-A636D86378DA}" type="parTrans" cxnId="{18CCEAFE-C84E-44A3-9485-84E18530A080}">
      <dgm:prSet/>
      <dgm:spPr/>
      <dgm:t>
        <a:bodyPr/>
        <a:lstStyle/>
        <a:p>
          <a:endParaRPr lang="ru-RU"/>
        </a:p>
      </dgm:t>
    </dgm:pt>
    <dgm:pt modelId="{DBA0BE99-56EA-4F94-BA5D-230316EA755B}" type="sibTrans" cxnId="{18CCEAFE-C84E-44A3-9485-84E18530A080}">
      <dgm:prSet/>
      <dgm:spPr/>
      <dgm:t>
        <a:bodyPr/>
        <a:lstStyle/>
        <a:p>
          <a:endParaRPr lang="ru-RU"/>
        </a:p>
      </dgm:t>
    </dgm:pt>
    <dgm:pt modelId="{BEA29702-C24F-4E39-9C2E-03D5514F7EB3}" type="pres">
      <dgm:prSet presAssocID="{3F57D5FD-A62B-4734-98B9-F2A178BC447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DE8CD17-9326-47FA-9268-DE73922D406E}" type="pres">
      <dgm:prSet presAssocID="{BF3833C5-96B6-474E-BAED-3524E01210B0}" presName="node" presStyleLbl="node1" presStyleIdx="0" presStyleCnt="5" custScaleX="84788" custLinFactNeighborX="-69898" custLinFactNeighborY="-11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8439A4-D895-458D-832D-A7454E163F0A}" type="pres">
      <dgm:prSet presAssocID="{950E4386-2837-4AFA-97CF-87ACDD9F94C9}" presName="sibTrans" presStyleLbl="sibTrans2D1" presStyleIdx="0" presStyleCnt="4"/>
      <dgm:spPr/>
      <dgm:t>
        <a:bodyPr/>
        <a:lstStyle/>
        <a:p>
          <a:endParaRPr lang="ru-RU"/>
        </a:p>
      </dgm:t>
    </dgm:pt>
    <dgm:pt modelId="{FDAFE5AB-4181-4451-A169-334805834916}" type="pres">
      <dgm:prSet presAssocID="{950E4386-2837-4AFA-97CF-87ACDD9F94C9}" presName="connectorText" presStyleLbl="sibTrans2D1" presStyleIdx="0" presStyleCnt="4"/>
      <dgm:spPr/>
      <dgm:t>
        <a:bodyPr/>
        <a:lstStyle/>
        <a:p>
          <a:endParaRPr lang="ru-RU"/>
        </a:p>
      </dgm:t>
    </dgm:pt>
    <dgm:pt modelId="{D1B281A0-515A-4812-8BEE-C5BC882CF29A}" type="pres">
      <dgm:prSet presAssocID="{4CB57F35-24AA-44B6-978A-CA5A1F303BC3}" presName="node" presStyleLbl="node1" presStyleIdx="1" presStyleCnt="5" custScaleX="84471" custLinFactNeighborX="-2356" custLinFactNeighborY="28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64F9D0-F65B-4C82-BFDD-B2D7B74C584B}" type="pres">
      <dgm:prSet presAssocID="{A98203AC-CBCC-4184-A31C-23DA8A9C145D}" presName="sibTrans" presStyleLbl="sibTrans2D1" presStyleIdx="1" presStyleCnt="4"/>
      <dgm:spPr/>
      <dgm:t>
        <a:bodyPr/>
        <a:lstStyle/>
        <a:p>
          <a:endParaRPr lang="ru-RU"/>
        </a:p>
      </dgm:t>
    </dgm:pt>
    <dgm:pt modelId="{E62B172C-3F23-4086-B210-734492D8D347}" type="pres">
      <dgm:prSet presAssocID="{A98203AC-CBCC-4184-A31C-23DA8A9C145D}" presName="connectorText" presStyleLbl="sibTrans2D1" presStyleIdx="1" presStyleCnt="4"/>
      <dgm:spPr/>
      <dgm:t>
        <a:bodyPr/>
        <a:lstStyle/>
        <a:p>
          <a:endParaRPr lang="ru-RU"/>
        </a:p>
      </dgm:t>
    </dgm:pt>
    <dgm:pt modelId="{59FE72C3-E144-4123-981C-B121EB3ED0C8}" type="pres">
      <dgm:prSet presAssocID="{ADA72263-AB6A-46DC-966E-E46EFA689372}" presName="node" presStyleLbl="node1" presStyleIdx="2" presStyleCnt="5" custScaleX="78507" custLinFactNeighborX="-8949" custLinFactNeighborY="28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ACD831-027C-40DA-8470-2D325E39C512}" type="pres">
      <dgm:prSet presAssocID="{A1FA5922-4760-4C00-8564-7F7CEE847B09}" presName="sibTrans" presStyleLbl="sibTrans2D1" presStyleIdx="2" presStyleCnt="4"/>
      <dgm:spPr/>
      <dgm:t>
        <a:bodyPr/>
        <a:lstStyle/>
        <a:p>
          <a:endParaRPr lang="ru-RU"/>
        </a:p>
      </dgm:t>
    </dgm:pt>
    <dgm:pt modelId="{DC15D332-83E8-4926-8777-8BD10E60D60F}" type="pres">
      <dgm:prSet presAssocID="{A1FA5922-4760-4C00-8564-7F7CEE847B09}" presName="connectorText" presStyleLbl="sibTrans2D1" presStyleIdx="2" presStyleCnt="4"/>
      <dgm:spPr/>
      <dgm:t>
        <a:bodyPr/>
        <a:lstStyle/>
        <a:p>
          <a:endParaRPr lang="ru-RU"/>
        </a:p>
      </dgm:t>
    </dgm:pt>
    <dgm:pt modelId="{1DE16948-26ED-4AF1-99C6-2DF09E4B1ADF}" type="pres">
      <dgm:prSet presAssocID="{82B5B27B-3F20-445F-B612-77A8F6CE6E21}" presName="node" presStyleLbl="node1" presStyleIdx="3" presStyleCnt="5" custScaleX="87696" custLinFactNeighborX="-13203" custLinFactNeighborY="13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D61378-8977-41E5-90CD-2BEF633C8F59}" type="pres">
      <dgm:prSet presAssocID="{0A983B2F-9CBC-439E-9278-865445CC3E41}" presName="sibTrans" presStyleLbl="sibTrans2D1" presStyleIdx="3" presStyleCnt="4"/>
      <dgm:spPr/>
      <dgm:t>
        <a:bodyPr/>
        <a:lstStyle/>
        <a:p>
          <a:endParaRPr lang="ru-RU"/>
        </a:p>
      </dgm:t>
    </dgm:pt>
    <dgm:pt modelId="{EABFBD9F-054F-47B6-A482-4E998E234679}" type="pres">
      <dgm:prSet presAssocID="{0A983B2F-9CBC-439E-9278-865445CC3E41}" presName="connectorText" presStyleLbl="sibTrans2D1" presStyleIdx="3" presStyleCnt="4"/>
      <dgm:spPr/>
      <dgm:t>
        <a:bodyPr/>
        <a:lstStyle/>
        <a:p>
          <a:endParaRPr lang="ru-RU"/>
        </a:p>
      </dgm:t>
    </dgm:pt>
    <dgm:pt modelId="{767460B3-F7EC-41F1-9AB9-92A22C3CB032}" type="pres">
      <dgm:prSet presAssocID="{C66E093C-30F8-4584-A5DC-CEC3D2280528}" presName="node" presStyleLbl="node1" presStyleIdx="4" presStyleCnt="5" custScaleX="82401" custLinFactNeighborX="-14497" custLinFactNeighborY="13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AE5A12C-F2C1-438B-8E14-9D4D17C17832}" type="presOf" srcId="{950E4386-2837-4AFA-97CF-87ACDD9F94C9}" destId="{FDAFE5AB-4181-4451-A169-334805834916}" srcOrd="1" destOrd="0" presId="urn:microsoft.com/office/officeart/2005/8/layout/process5"/>
    <dgm:cxn modelId="{37BBCAB6-BEDC-4530-93F5-3F6AB911FC6A}" type="presOf" srcId="{4CB57F35-24AA-44B6-978A-CA5A1F303BC3}" destId="{D1B281A0-515A-4812-8BEE-C5BC882CF29A}" srcOrd="0" destOrd="0" presId="urn:microsoft.com/office/officeart/2005/8/layout/process5"/>
    <dgm:cxn modelId="{66F075B2-49B7-4376-86CC-7ABA18322820}" type="presOf" srcId="{3F57D5FD-A62B-4734-98B9-F2A178BC4474}" destId="{BEA29702-C24F-4E39-9C2E-03D5514F7EB3}" srcOrd="0" destOrd="0" presId="urn:microsoft.com/office/officeart/2005/8/layout/process5"/>
    <dgm:cxn modelId="{DDC1CC77-5AD3-486A-9338-5DBD83FAE155}" srcId="{3F57D5FD-A62B-4734-98B9-F2A178BC4474}" destId="{4CB57F35-24AA-44B6-978A-CA5A1F303BC3}" srcOrd="1" destOrd="0" parTransId="{C8337836-0950-40EC-A181-5C3A3914DCF1}" sibTransId="{A98203AC-CBCC-4184-A31C-23DA8A9C145D}"/>
    <dgm:cxn modelId="{C1154439-782C-499F-A6B0-9DFFBEFA387B}" type="presOf" srcId="{A1FA5922-4760-4C00-8564-7F7CEE847B09}" destId="{DC15D332-83E8-4926-8777-8BD10E60D60F}" srcOrd="1" destOrd="0" presId="urn:microsoft.com/office/officeart/2005/8/layout/process5"/>
    <dgm:cxn modelId="{F0509A1A-0291-4787-80F6-AAA6B557D897}" srcId="{3F57D5FD-A62B-4734-98B9-F2A178BC4474}" destId="{ADA72263-AB6A-46DC-966E-E46EFA689372}" srcOrd="2" destOrd="0" parTransId="{F357576C-F259-47B2-9CB4-F33C8EF68F08}" sibTransId="{A1FA5922-4760-4C00-8564-7F7CEE847B09}"/>
    <dgm:cxn modelId="{F3D0C7E7-8BCB-489E-9EDC-F8DAB96F968C}" type="presOf" srcId="{A98203AC-CBCC-4184-A31C-23DA8A9C145D}" destId="{E62B172C-3F23-4086-B210-734492D8D347}" srcOrd="1" destOrd="0" presId="urn:microsoft.com/office/officeart/2005/8/layout/process5"/>
    <dgm:cxn modelId="{D44D981B-C82D-4395-8E2B-E08F8AA74C1F}" type="presOf" srcId="{82B5B27B-3F20-445F-B612-77A8F6CE6E21}" destId="{1DE16948-26ED-4AF1-99C6-2DF09E4B1ADF}" srcOrd="0" destOrd="0" presId="urn:microsoft.com/office/officeart/2005/8/layout/process5"/>
    <dgm:cxn modelId="{23C8E2A3-41B9-48FB-B3BA-65D2C1594716}" srcId="{3F57D5FD-A62B-4734-98B9-F2A178BC4474}" destId="{82B5B27B-3F20-445F-B612-77A8F6CE6E21}" srcOrd="3" destOrd="0" parTransId="{0891608C-136F-4D0A-8D54-8C1A79717C14}" sibTransId="{0A983B2F-9CBC-439E-9278-865445CC3E41}"/>
    <dgm:cxn modelId="{AF05D86C-FF87-40DF-B206-9CD1BAD48712}" type="presOf" srcId="{0A983B2F-9CBC-439E-9278-865445CC3E41}" destId="{1BD61378-8977-41E5-90CD-2BEF633C8F59}" srcOrd="0" destOrd="0" presId="urn:microsoft.com/office/officeart/2005/8/layout/process5"/>
    <dgm:cxn modelId="{84BCE259-EF11-4648-8B5D-22BAEBB2AC31}" type="presOf" srcId="{A98203AC-CBCC-4184-A31C-23DA8A9C145D}" destId="{7D64F9D0-F65B-4C82-BFDD-B2D7B74C584B}" srcOrd="0" destOrd="0" presId="urn:microsoft.com/office/officeart/2005/8/layout/process5"/>
    <dgm:cxn modelId="{18CCEAFE-C84E-44A3-9485-84E18530A080}" srcId="{3F57D5FD-A62B-4734-98B9-F2A178BC4474}" destId="{C66E093C-30F8-4584-A5DC-CEC3D2280528}" srcOrd="4" destOrd="0" parTransId="{BD12A7BC-2C8F-4FBD-9887-A636D86378DA}" sibTransId="{DBA0BE99-56EA-4F94-BA5D-230316EA755B}"/>
    <dgm:cxn modelId="{D72F7722-D58C-4019-939A-3FD8D5B6075D}" type="presOf" srcId="{ADA72263-AB6A-46DC-966E-E46EFA689372}" destId="{59FE72C3-E144-4123-981C-B121EB3ED0C8}" srcOrd="0" destOrd="0" presId="urn:microsoft.com/office/officeart/2005/8/layout/process5"/>
    <dgm:cxn modelId="{10C5FC01-0218-48CA-88D2-9AFFEDEBF3B9}" type="presOf" srcId="{C66E093C-30F8-4584-A5DC-CEC3D2280528}" destId="{767460B3-F7EC-41F1-9AB9-92A22C3CB032}" srcOrd="0" destOrd="0" presId="urn:microsoft.com/office/officeart/2005/8/layout/process5"/>
    <dgm:cxn modelId="{43D08E98-EE3F-45BB-B830-A4E89C56E89C}" type="presOf" srcId="{A1FA5922-4760-4C00-8564-7F7CEE847B09}" destId="{4AACD831-027C-40DA-8470-2D325E39C512}" srcOrd="0" destOrd="0" presId="urn:microsoft.com/office/officeart/2005/8/layout/process5"/>
    <dgm:cxn modelId="{6434638C-0EF3-4130-A352-FBA509690373}" type="presOf" srcId="{950E4386-2837-4AFA-97CF-87ACDD9F94C9}" destId="{E18439A4-D895-458D-832D-A7454E163F0A}" srcOrd="0" destOrd="0" presId="urn:microsoft.com/office/officeart/2005/8/layout/process5"/>
    <dgm:cxn modelId="{ECF10B7F-7EE2-427A-95B6-20E51C8DE5B4}" srcId="{3F57D5FD-A62B-4734-98B9-F2A178BC4474}" destId="{BF3833C5-96B6-474E-BAED-3524E01210B0}" srcOrd="0" destOrd="0" parTransId="{92D23B2C-1E44-45B3-9BAC-81993C024BE4}" sibTransId="{950E4386-2837-4AFA-97CF-87ACDD9F94C9}"/>
    <dgm:cxn modelId="{E1FA69BF-38D8-41A5-9A94-BF8663D74CF3}" type="presOf" srcId="{BF3833C5-96B6-474E-BAED-3524E01210B0}" destId="{0DE8CD17-9326-47FA-9268-DE73922D406E}" srcOrd="0" destOrd="0" presId="urn:microsoft.com/office/officeart/2005/8/layout/process5"/>
    <dgm:cxn modelId="{B6E37531-08B8-4DEF-A87B-102524FD5BFC}" type="presOf" srcId="{0A983B2F-9CBC-439E-9278-865445CC3E41}" destId="{EABFBD9F-054F-47B6-A482-4E998E234679}" srcOrd="1" destOrd="0" presId="urn:microsoft.com/office/officeart/2005/8/layout/process5"/>
    <dgm:cxn modelId="{B85B0664-BB5A-44B8-8B4E-D1C776A5926C}" type="presParOf" srcId="{BEA29702-C24F-4E39-9C2E-03D5514F7EB3}" destId="{0DE8CD17-9326-47FA-9268-DE73922D406E}" srcOrd="0" destOrd="0" presId="urn:microsoft.com/office/officeart/2005/8/layout/process5"/>
    <dgm:cxn modelId="{531FECF6-086A-46ED-AECD-0409CD2CD56D}" type="presParOf" srcId="{BEA29702-C24F-4E39-9C2E-03D5514F7EB3}" destId="{E18439A4-D895-458D-832D-A7454E163F0A}" srcOrd="1" destOrd="0" presId="urn:microsoft.com/office/officeart/2005/8/layout/process5"/>
    <dgm:cxn modelId="{B93C98DC-B79E-463A-9A8A-46AA16E80519}" type="presParOf" srcId="{E18439A4-D895-458D-832D-A7454E163F0A}" destId="{FDAFE5AB-4181-4451-A169-334805834916}" srcOrd="0" destOrd="0" presId="urn:microsoft.com/office/officeart/2005/8/layout/process5"/>
    <dgm:cxn modelId="{E4C13543-F5E2-47D2-B866-3C328FF2C077}" type="presParOf" srcId="{BEA29702-C24F-4E39-9C2E-03D5514F7EB3}" destId="{D1B281A0-515A-4812-8BEE-C5BC882CF29A}" srcOrd="2" destOrd="0" presId="urn:microsoft.com/office/officeart/2005/8/layout/process5"/>
    <dgm:cxn modelId="{CA3DA296-1E60-4252-946C-3D35E7834DDD}" type="presParOf" srcId="{BEA29702-C24F-4E39-9C2E-03D5514F7EB3}" destId="{7D64F9D0-F65B-4C82-BFDD-B2D7B74C584B}" srcOrd="3" destOrd="0" presId="urn:microsoft.com/office/officeart/2005/8/layout/process5"/>
    <dgm:cxn modelId="{AA998D1F-4769-4A01-98AD-A6CC1CDA43F3}" type="presParOf" srcId="{7D64F9D0-F65B-4C82-BFDD-B2D7B74C584B}" destId="{E62B172C-3F23-4086-B210-734492D8D347}" srcOrd="0" destOrd="0" presId="urn:microsoft.com/office/officeart/2005/8/layout/process5"/>
    <dgm:cxn modelId="{56981B64-1902-48C0-AEAA-6F62A71DCFE0}" type="presParOf" srcId="{BEA29702-C24F-4E39-9C2E-03D5514F7EB3}" destId="{59FE72C3-E144-4123-981C-B121EB3ED0C8}" srcOrd="4" destOrd="0" presId="urn:microsoft.com/office/officeart/2005/8/layout/process5"/>
    <dgm:cxn modelId="{9A866A21-D6DA-4908-9DB0-3FB05B1E6F70}" type="presParOf" srcId="{BEA29702-C24F-4E39-9C2E-03D5514F7EB3}" destId="{4AACD831-027C-40DA-8470-2D325E39C512}" srcOrd="5" destOrd="0" presId="urn:microsoft.com/office/officeart/2005/8/layout/process5"/>
    <dgm:cxn modelId="{2FDD3EA4-CF7B-4C57-8570-361887E964ED}" type="presParOf" srcId="{4AACD831-027C-40DA-8470-2D325E39C512}" destId="{DC15D332-83E8-4926-8777-8BD10E60D60F}" srcOrd="0" destOrd="0" presId="urn:microsoft.com/office/officeart/2005/8/layout/process5"/>
    <dgm:cxn modelId="{C2CD972A-DF42-4AA6-9708-6B6E5107EB41}" type="presParOf" srcId="{BEA29702-C24F-4E39-9C2E-03D5514F7EB3}" destId="{1DE16948-26ED-4AF1-99C6-2DF09E4B1ADF}" srcOrd="6" destOrd="0" presId="urn:microsoft.com/office/officeart/2005/8/layout/process5"/>
    <dgm:cxn modelId="{EB53338E-916A-4433-A4EE-BDF4C8341F8A}" type="presParOf" srcId="{BEA29702-C24F-4E39-9C2E-03D5514F7EB3}" destId="{1BD61378-8977-41E5-90CD-2BEF633C8F59}" srcOrd="7" destOrd="0" presId="urn:microsoft.com/office/officeart/2005/8/layout/process5"/>
    <dgm:cxn modelId="{3657A55D-6B14-48EE-ADE7-693C842A4CE5}" type="presParOf" srcId="{1BD61378-8977-41E5-90CD-2BEF633C8F59}" destId="{EABFBD9F-054F-47B6-A482-4E998E234679}" srcOrd="0" destOrd="0" presId="urn:microsoft.com/office/officeart/2005/8/layout/process5"/>
    <dgm:cxn modelId="{08024FCE-03B0-4BE7-9BB9-52F393F3E95B}" type="presParOf" srcId="{BEA29702-C24F-4E39-9C2E-03D5514F7EB3}" destId="{767460B3-F7EC-41F1-9AB9-92A22C3CB03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7DEBD-FA5B-4647-958F-96D0A64900B8}">
      <dsp:nvSpPr>
        <dsp:cNvPr id="0" name=""/>
        <dsp:cNvSpPr/>
      </dsp:nvSpPr>
      <dsp:spPr>
        <a:xfrm>
          <a:off x="3126330" y="676586"/>
          <a:ext cx="669201" cy="257278"/>
        </a:xfrm>
        <a:custGeom>
          <a:avLst/>
          <a:gdLst/>
          <a:ahLst/>
          <a:cxnLst/>
          <a:rect l="0" t="0" r="0" b="0"/>
          <a:pathLst>
            <a:path>
              <a:moveTo>
                <a:pt x="0" y="257278"/>
              </a:moveTo>
              <a:lnTo>
                <a:pt x="351700" y="257278"/>
              </a:lnTo>
              <a:lnTo>
                <a:pt x="351700" y="0"/>
              </a:lnTo>
              <a:lnTo>
                <a:pt x="669201" y="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442290" y="802629"/>
        <a:ext cx="37279" cy="5192"/>
      </dsp:txXfrm>
    </dsp:sp>
    <dsp:sp modelId="{E866C0C8-431E-4122-B524-35E7948C6CFD}">
      <dsp:nvSpPr>
        <dsp:cNvPr id="0" name=""/>
        <dsp:cNvSpPr/>
      </dsp:nvSpPr>
      <dsp:spPr>
        <a:xfrm>
          <a:off x="0" y="0"/>
          <a:ext cx="3128130" cy="1867730"/>
        </a:xfrm>
        <a:prstGeom prst="rect">
          <a:avLst/>
        </a:prstGeom>
        <a:gradFill rotWithShape="0">
          <a:gsLst>
            <a:gs pos="20000">
              <a:schemeClr val="accent1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kern="1200" dirty="0" smtClean="0"/>
            <a:t>Пользователь</a:t>
          </a:r>
          <a:endParaRPr lang="ru-RU" sz="3200" b="1" kern="1200" dirty="0"/>
        </a:p>
      </dsp:txBody>
      <dsp:txXfrm>
        <a:off x="0" y="0"/>
        <a:ext cx="3128130" cy="1867730"/>
      </dsp:txXfrm>
    </dsp:sp>
    <dsp:sp modelId="{D050378D-DC1A-47AB-86E6-D73F4FE60BC8}">
      <dsp:nvSpPr>
        <dsp:cNvPr id="0" name=""/>
        <dsp:cNvSpPr/>
      </dsp:nvSpPr>
      <dsp:spPr>
        <a:xfrm>
          <a:off x="6081419" y="676586"/>
          <a:ext cx="328329" cy="2824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1264" y="0"/>
              </a:lnTo>
              <a:lnTo>
                <a:pt x="181264" y="282477"/>
              </a:lnTo>
              <a:lnTo>
                <a:pt x="328329" y="282477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6234165" y="815229"/>
        <a:ext cx="22837" cy="5192"/>
      </dsp:txXfrm>
    </dsp:sp>
    <dsp:sp modelId="{F29BA002-7484-4DD0-A08B-B04592E35419}">
      <dsp:nvSpPr>
        <dsp:cNvPr id="0" name=""/>
        <dsp:cNvSpPr/>
      </dsp:nvSpPr>
      <dsp:spPr>
        <a:xfrm>
          <a:off x="3827931" y="0"/>
          <a:ext cx="2255288" cy="1353173"/>
        </a:xfrm>
        <a:prstGeom prst="rect">
          <a:avLst/>
        </a:prstGeom>
        <a:gradFill rotWithShape="0">
          <a:gsLst>
            <a:gs pos="20000">
              <a:schemeClr val="accent1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Telegram-</a:t>
          </a:r>
          <a:r>
            <a:rPr lang="ru-RU" sz="2400" b="1" kern="1200" dirty="0" smtClean="0"/>
            <a:t>Бот</a:t>
          </a:r>
          <a:endParaRPr lang="ru-RU" sz="2400" b="1" kern="1200" dirty="0"/>
        </a:p>
      </dsp:txBody>
      <dsp:txXfrm>
        <a:off x="3827931" y="0"/>
        <a:ext cx="2255288" cy="1353173"/>
      </dsp:txXfrm>
    </dsp:sp>
    <dsp:sp modelId="{DDB7171E-8BB5-4E04-8105-4F9A669E1FEA}">
      <dsp:nvSpPr>
        <dsp:cNvPr id="0" name=""/>
        <dsp:cNvSpPr/>
      </dsp:nvSpPr>
      <dsp:spPr>
        <a:xfrm>
          <a:off x="1218066" y="1633850"/>
          <a:ext cx="6351726" cy="722594"/>
        </a:xfrm>
        <a:custGeom>
          <a:avLst/>
          <a:gdLst/>
          <a:ahLst/>
          <a:cxnLst/>
          <a:rect l="0" t="0" r="0" b="0"/>
          <a:pathLst>
            <a:path>
              <a:moveTo>
                <a:pt x="6351726" y="0"/>
              </a:moveTo>
              <a:lnTo>
                <a:pt x="6351726" y="378397"/>
              </a:lnTo>
              <a:lnTo>
                <a:pt x="0" y="378397"/>
              </a:lnTo>
              <a:lnTo>
                <a:pt x="0" y="72259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234024" y="1992551"/>
        <a:ext cx="319811" cy="5192"/>
      </dsp:txXfrm>
    </dsp:sp>
    <dsp:sp modelId="{5C0F8DD4-9CF8-4298-A2FF-88B00DB1B37F}">
      <dsp:nvSpPr>
        <dsp:cNvPr id="0" name=""/>
        <dsp:cNvSpPr/>
      </dsp:nvSpPr>
      <dsp:spPr>
        <a:xfrm>
          <a:off x="6442148" y="282477"/>
          <a:ext cx="2255288" cy="1353173"/>
        </a:xfrm>
        <a:prstGeom prst="rect">
          <a:avLst/>
        </a:prstGeom>
        <a:gradFill rotWithShape="0">
          <a:gsLst>
            <a:gs pos="20000">
              <a:schemeClr val="accent1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Обработка данных</a:t>
          </a:r>
          <a:endParaRPr lang="ru-RU" sz="2400" b="1" kern="1200" dirty="0"/>
        </a:p>
      </dsp:txBody>
      <dsp:txXfrm>
        <a:off x="6442148" y="282477"/>
        <a:ext cx="2255288" cy="1353173"/>
      </dsp:txXfrm>
    </dsp:sp>
    <dsp:sp modelId="{A411F963-DBC7-4E96-9C59-1A176F57B5A3}">
      <dsp:nvSpPr>
        <dsp:cNvPr id="0" name=""/>
        <dsp:cNvSpPr/>
      </dsp:nvSpPr>
      <dsp:spPr>
        <a:xfrm>
          <a:off x="2343910" y="3019711"/>
          <a:ext cx="4881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11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2575000" y="3062835"/>
        <a:ext cx="25935" cy="5192"/>
      </dsp:txXfrm>
    </dsp:sp>
    <dsp:sp modelId="{747FCBAD-2B2E-4889-B49C-21AAC4895953}">
      <dsp:nvSpPr>
        <dsp:cNvPr id="0" name=""/>
        <dsp:cNvSpPr/>
      </dsp:nvSpPr>
      <dsp:spPr>
        <a:xfrm>
          <a:off x="90422" y="2388844"/>
          <a:ext cx="2255288" cy="1353173"/>
        </a:xfrm>
        <a:prstGeom prst="rect">
          <a:avLst/>
        </a:prstGeom>
        <a:gradFill rotWithShape="0">
          <a:gsLst>
            <a:gs pos="20000">
              <a:schemeClr val="accent1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/>
            <a:t>PostgreSQL</a:t>
          </a:r>
          <a:endParaRPr lang="ru-RU" sz="2400" b="1" kern="1200" dirty="0"/>
        </a:p>
      </dsp:txBody>
      <dsp:txXfrm>
        <a:off x="90422" y="2388844"/>
        <a:ext cx="2255288" cy="1353173"/>
      </dsp:txXfrm>
    </dsp:sp>
    <dsp:sp modelId="{DBCA69D7-E81B-4156-BF11-2926E0E87156}">
      <dsp:nvSpPr>
        <dsp:cNvPr id="0" name=""/>
        <dsp:cNvSpPr/>
      </dsp:nvSpPr>
      <dsp:spPr>
        <a:xfrm>
          <a:off x="5117915" y="3019711"/>
          <a:ext cx="4881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11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5349005" y="3062835"/>
        <a:ext cx="25935" cy="5192"/>
      </dsp:txXfrm>
    </dsp:sp>
    <dsp:sp modelId="{85C14B27-60C7-4496-9B9A-325791272309}">
      <dsp:nvSpPr>
        <dsp:cNvPr id="0" name=""/>
        <dsp:cNvSpPr/>
      </dsp:nvSpPr>
      <dsp:spPr>
        <a:xfrm>
          <a:off x="2864426" y="2388844"/>
          <a:ext cx="2255288" cy="1353173"/>
        </a:xfrm>
        <a:prstGeom prst="rect">
          <a:avLst/>
        </a:prstGeom>
        <a:gradFill rotWithShape="0">
          <a:gsLst>
            <a:gs pos="20000">
              <a:schemeClr val="accent1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Генерация договора </a:t>
          </a:r>
          <a:r>
            <a:rPr lang="en-US" sz="2400" b="1" kern="1200" dirty="0" smtClean="0"/>
            <a:t>DOCX</a:t>
          </a:r>
          <a:endParaRPr lang="ru-RU" sz="2400" b="1" kern="1200" dirty="0"/>
        </a:p>
      </dsp:txBody>
      <dsp:txXfrm>
        <a:off x="2864426" y="2388844"/>
        <a:ext cx="2255288" cy="1353173"/>
      </dsp:txXfrm>
    </dsp:sp>
    <dsp:sp modelId="{40510BF0-9144-4394-A7CB-B6818F1C5120}">
      <dsp:nvSpPr>
        <dsp:cNvPr id="0" name=""/>
        <dsp:cNvSpPr/>
      </dsp:nvSpPr>
      <dsp:spPr>
        <a:xfrm>
          <a:off x="5638431" y="2388844"/>
          <a:ext cx="2255288" cy="1353173"/>
        </a:xfrm>
        <a:prstGeom prst="rect">
          <a:avLst/>
        </a:prstGeom>
        <a:gradFill rotWithShape="0">
          <a:gsLst>
            <a:gs pos="20000">
              <a:schemeClr val="accent1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Эксперт</a:t>
          </a:r>
        </a:p>
      </dsp:txBody>
      <dsp:txXfrm>
        <a:off x="5638431" y="2388844"/>
        <a:ext cx="2255288" cy="13531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8CD17-9326-47FA-9268-DE73922D406E}">
      <dsp:nvSpPr>
        <dsp:cNvPr id="0" name=""/>
        <dsp:cNvSpPr/>
      </dsp:nvSpPr>
      <dsp:spPr>
        <a:xfrm>
          <a:off x="0" y="274719"/>
          <a:ext cx="1255843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alpha val="90000"/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alpha val="90000"/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alpha val="90000"/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alpha val="90000"/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Ввод данных</a:t>
          </a:r>
          <a:endParaRPr lang="ru-RU" sz="1200" b="1" kern="1200" dirty="0"/>
        </a:p>
      </dsp:txBody>
      <dsp:txXfrm>
        <a:off x="26029" y="300748"/>
        <a:ext cx="1203785" cy="836636"/>
      </dsp:txXfrm>
    </dsp:sp>
    <dsp:sp modelId="{E18439A4-D895-458D-832D-A7454E163F0A}">
      <dsp:nvSpPr>
        <dsp:cNvPr id="0" name=""/>
        <dsp:cNvSpPr/>
      </dsp:nvSpPr>
      <dsp:spPr>
        <a:xfrm rot="49844">
          <a:off x="1379580" y="548463"/>
          <a:ext cx="298163" cy="3673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shade val="90000"/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shade val="90000"/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shade val="90000"/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shade val="90000"/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shade val="90000"/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/>
        </a:p>
      </dsp:txBody>
      <dsp:txXfrm>
        <a:off x="1379585" y="621280"/>
        <a:ext cx="208714" cy="220396"/>
      </dsp:txXfrm>
    </dsp:sp>
    <dsp:sp modelId="{D1B281A0-515A-4812-8BEE-C5BC882CF29A}">
      <dsp:nvSpPr>
        <dsp:cNvPr id="0" name=""/>
        <dsp:cNvSpPr/>
      </dsp:nvSpPr>
      <dsp:spPr>
        <a:xfrm>
          <a:off x="1818357" y="301051"/>
          <a:ext cx="1251147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shade val="60000"/>
              </a:schemeClr>
            </a:gs>
            <a:gs pos="33000">
              <a:schemeClr val="accent1">
                <a:alpha val="90000"/>
                <a:hueOff val="0"/>
                <a:satOff val="0"/>
                <a:lumOff val="0"/>
                <a:alphaOff val="-10000"/>
                <a:tint val="86500"/>
              </a:schemeClr>
            </a:gs>
            <a:gs pos="46750">
              <a:schemeClr val="accent1">
                <a:alpha val="90000"/>
                <a:hueOff val="0"/>
                <a:satOff val="0"/>
                <a:lumOff val="0"/>
                <a:alphaOff val="-10000"/>
                <a:tint val="71000"/>
                <a:satMod val="112000"/>
              </a:schemeClr>
            </a:gs>
            <a:gs pos="53000">
              <a:schemeClr val="accent1">
                <a:alpha val="90000"/>
                <a:hueOff val="0"/>
                <a:satOff val="0"/>
                <a:lumOff val="0"/>
                <a:alphaOff val="-10000"/>
                <a:tint val="71000"/>
                <a:satMod val="112000"/>
              </a:schemeClr>
            </a:gs>
            <a:gs pos="68000">
              <a:schemeClr val="accent1">
                <a:alpha val="90000"/>
                <a:hueOff val="0"/>
                <a:satOff val="0"/>
                <a:lumOff val="0"/>
                <a:alphaOff val="-10000"/>
                <a:tint val="86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Проверка генерации договоров</a:t>
          </a:r>
          <a:endParaRPr lang="ru-RU" sz="1200" b="1" kern="1200" dirty="0"/>
        </a:p>
      </dsp:txBody>
      <dsp:txXfrm>
        <a:off x="1844386" y="327080"/>
        <a:ext cx="1199089" cy="836636"/>
      </dsp:txXfrm>
    </dsp:sp>
    <dsp:sp modelId="{7D64F9D0-F65B-4C82-BFDD-B2D7B74C584B}">
      <dsp:nvSpPr>
        <dsp:cNvPr id="0" name=""/>
        <dsp:cNvSpPr/>
      </dsp:nvSpPr>
      <dsp:spPr>
        <a:xfrm>
          <a:off x="3178363" y="561734"/>
          <a:ext cx="262249" cy="3673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-61267"/>
                <a:satOff val="-1102"/>
                <a:lumOff val="8948"/>
                <a:alphaOff val="0"/>
                <a:shade val="60000"/>
              </a:schemeClr>
            </a:gs>
            <a:gs pos="33000">
              <a:schemeClr val="accent1">
                <a:shade val="90000"/>
                <a:hueOff val="-61267"/>
                <a:satOff val="-1102"/>
                <a:lumOff val="8948"/>
                <a:alphaOff val="0"/>
                <a:tint val="86500"/>
              </a:schemeClr>
            </a:gs>
            <a:gs pos="46750">
              <a:schemeClr val="accent1">
                <a:shade val="90000"/>
                <a:hueOff val="-61267"/>
                <a:satOff val="-1102"/>
                <a:lumOff val="8948"/>
                <a:alphaOff val="0"/>
                <a:tint val="71000"/>
                <a:satMod val="112000"/>
              </a:schemeClr>
            </a:gs>
            <a:gs pos="53000">
              <a:schemeClr val="accent1">
                <a:shade val="90000"/>
                <a:hueOff val="-61267"/>
                <a:satOff val="-1102"/>
                <a:lumOff val="8948"/>
                <a:alphaOff val="0"/>
                <a:tint val="71000"/>
                <a:satMod val="112000"/>
              </a:schemeClr>
            </a:gs>
            <a:gs pos="68000">
              <a:schemeClr val="accent1">
                <a:shade val="90000"/>
                <a:hueOff val="-61267"/>
                <a:satOff val="-1102"/>
                <a:lumOff val="8948"/>
                <a:alphaOff val="0"/>
                <a:tint val="86000"/>
              </a:schemeClr>
            </a:gs>
            <a:gs pos="100000">
              <a:schemeClr val="accent1">
                <a:shade val="90000"/>
                <a:hueOff val="-61267"/>
                <a:satOff val="-1102"/>
                <a:lumOff val="8948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/>
        </a:p>
      </dsp:txBody>
      <dsp:txXfrm>
        <a:off x="3178363" y="635199"/>
        <a:ext cx="183574" cy="220396"/>
      </dsp:txXfrm>
    </dsp:sp>
    <dsp:sp modelId="{59FE72C3-E144-4123-981C-B121EB3ED0C8}">
      <dsp:nvSpPr>
        <dsp:cNvPr id="0" name=""/>
        <dsp:cNvSpPr/>
      </dsp:nvSpPr>
      <dsp:spPr>
        <a:xfrm>
          <a:off x="3564315" y="301051"/>
          <a:ext cx="1162811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shade val="60000"/>
              </a:schemeClr>
            </a:gs>
            <a:gs pos="33000">
              <a:schemeClr val="accent1">
                <a:alpha val="90000"/>
                <a:hueOff val="0"/>
                <a:satOff val="0"/>
                <a:lumOff val="0"/>
                <a:alphaOff val="-20000"/>
                <a:tint val="86500"/>
              </a:schemeClr>
            </a:gs>
            <a:gs pos="46750">
              <a:schemeClr val="accent1">
                <a:alpha val="90000"/>
                <a:hueOff val="0"/>
                <a:satOff val="0"/>
                <a:lumOff val="0"/>
                <a:alphaOff val="-20000"/>
                <a:tint val="71000"/>
                <a:satMod val="112000"/>
              </a:schemeClr>
            </a:gs>
            <a:gs pos="53000">
              <a:schemeClr val="accent1">
                <a:alpha val="90000"/>
                <a:hueOff val="0"/>
                <a:satOff val="0"/>
                <a:lumOff val="0"/>
                <a:alphaOff val="-20000"/>
                <a:tint val="71000"/>
                <a:satMod val="112000"/>
              </a:schemeClr>
            </a:gs>
            <a:gs pos="68000">
              <a:schemeClr val="accent1">
                <a:alpha val="90000"/>
                <a:hueOff val="0"/>
                <a:satOff val="0"/>
                <a:lumOff val="0"/>
                <a:alphaOff val="-20000"/>
                <a:tint val="86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Сохранения в </a:t>
          </a:r>
          <a:r>
            <a:rPr lang="en-US" sz="1200" b="1" kern="1200" dirty="0" err="1" smtClean="0"/>
            <a:t>PostgreSQL</a:t>
          </a:r>
          <a:endParaRPr lang="ru-RU" sz="1200" b="1" kern="1200" dirty="0"/>
        </a:p>
      </dsp:txBody>
      <dsp:txXfrm>
        <a:off x="3590344" y="327080"/>
        <a:ext cx="1110753" cy="836636"/>
      </dsp:txXfrm>
    </dsp:sp>
    <dsp:sp modelId="{4AACD831-027C-40DA-8470-2D325E39C512}">
      <dsp:nvSpPr>
        <dsp:cNvPr id="0" name=""/>
        <dsp:cNvSpPr/>
      </dsp:nvSpPr>
      <dsp:spPr>
        <a:xfrm rot="21574575">
          <a:off x="4843603" y="555535"/>
          <a:ext cx="280618" cy="3673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-122535"/>
                <a:satOff val="-2205"/>
                <a:lumOff val="17897"/>
                <a:alphaOff val="0"/>
                <a:shade val="60000"/>
              </a:schemeClr>
            </a:gs>
            <a:gs pos="33000">
              <a:schemeClr val="accent1">
                <a:shade val="90000"/>
                <a:hueOff val="-122535"/>
                <a:satOff val="-2205"/>
                <a:lumOff val="17897"/>
                <a:alphaOff val="0"/>
                <a:tint val="86500"/>
              </a:schemeClr>
            </a:gs>
            <a:gs pos="46750">
              <a:schemeClr val="accent1">
                <a:shade val="90000"/>
                <a:hueOff val="-122535"/>
                <a:satOff val="-2205"/>
                <a:lumOff val="17897"/>
                <a:alphaOff val="0"/>
                <a:tint val="71000"/>
                <a:satMod val="112000"/>
              </a:schemeClr>
            </a:gs>
            <a:gs pos="53000">
              <a:schemeClr val="accent1">
                <a:shade val="90000"/>
                <a:hueOff val="-122535"/>
                <a:satOff val="-2205"/>
                <a:lumOff val="17897"/>
                <a:alphaOff val="0"/>
                <a:tint val="71000"/>
                <a:satMod val="112000"/>
              </a:schemeClr>
            </a:gs>
            <a:gs pos="68000">
              <a:schemeClr val="accent1">
                <a:shade val="90000"/>
                <a:hueOff val="-122535"/>
                <a:satOff val="-2205"/>
                <a:lumOff val="17897"/>
                <a:alphaOff val="0"/>
                <a:tint val="86000"/>
              </a:schemeClr>
            </a:gs>
            <a:gs pos="100000">
              <a:schemeClr val="accent1">
                <a:shade val="90000"/>
                <a:hueOff val="-122535"/>
                <a:satOff val="-2205"/>
                <a:lumOff val="17897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/>
        </a:p>
      </dsp:txBody>
      <dsp:txXfrm>
        <a:off x="4843604" y="629311"/>
        <a:ext cx="196433" cy="220396"/>
      </dsp:txXfrm>
    </dsp:sp>
    <dsp:sp modelId="{1DE16948-26ED-4AF1-99C6-2DF09E4B1ADF}">
      <dsp:nvSpPr>
        <dsp:cNvPr id="0" name=""/>
        <dsp:cNvSpPr/>
      </dsp:nvSpPr>
      <dsp:spPr>
        <a:xfrm>
          <a:off x="5256581" y="288032"/>
          <a:ext cx="1298915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shade val="60000"/>
              </a:schemeClr>
            </a:gs>
            <a:gs pos="33000">
              <a:schemeClr val="accent1">
                <a:alpha val="90000"/>
                <a:hueOff val="0"/>
                <a:satOff val="0"/>
                <a:lumOff val="0"/>
                <a:alphaOff val="-30000"/>
                <a:tint val="86500"/>
              </a:schemeClr>
            </a:gs>
            <a:gs pos="46750">
              <a:schemeClr val="accent1">
                <a:alpha val="90000"/>
                <a:hueOff val="0"/>
                <a:satOff val="0"/>
                <a:lumOff val="0"/>
                <a:alphaOff val="-30000"/>
                <a:tint val="71000"/>
                <a:satMod val="112000"/>
              </a:schemeClr>
            </a:gs>
            <a:gs pos="53000">
              <a:schemeClr val="accent1">
                <a:alpha val="90000"/>
                <a:hueOff val="0"/>
                <a:satOff val="0"/>
                <a:lumOff val="0"/>
                <a:alphaOff val="-30000"/>
                <a:tint val="71000"/>
                <a:satMod val="112000"/>
              </a:schemeClr>
            </a:gs>
            <a:gs pos="68000">
              <a:schemeClr val="accent1">
                <a:alpha val="90000"/>
                <a:hueOff val="0"/>
                <a:satOff val="0"/>
                <a:lumOff val="0"/>
                <a:alphaOff val="-30000"/>
                <a:tint val="86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Проверка команд бота</a:t>
          </a:r>
          <a:endParaRPr lang="ru-RU" sz="1200" b="1" kern="1200" dirty="0"/>
        </a:p>
      </dsp:txBody>
      <dsp:txXfrm>
        <a:off x="5282610" y="314061"/>
        <a:ext cx="1246857" cy="836636"/>
      </dsp:txXfrm>
    </dsp:sp>
    <dsp:sp modelId="{1BD61378-8977-41E5-90CD-2BEF633C8F59}">
      <dsp:nvSpPr>
        <dsp:cNvPr id="0" name=""/>
        <dsp:cNvSpPr/>
      </dsp:nvSpPr>
      <dsp:spPr>
        <a:xfrm>
          <a:off x="6681621" y="548715"/>
          <a:ext cx="303847" cy="3673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-183802"/>
                <a:satOff val="-3307"/>
                <a:lumOff val="26845"/>
                <a:alphaOff val="0"/>
                <a:shade val="60000"/>
              </a:schemeClr>
            </a:gs>
            <a:gs pos="33000">
              <a:schemeClr val="accent1">
                <a:shade val="90000"/>
                <a:hueOff val="-183802"/>
                <a:satOff val="-3307"/>
                <a:lumOff val="26845"/>
                <a:alphaOff val="0"/>
                <a:tint val="86500"/>
              </a:schemeClr>
            </a:gs>
            <a:gs pos="46750">
              <a:schemeClr val="accent1">
                <a:shade val="90000"/>
                <a:hueOff val="-183802"/>
                <a:satOff val="-3307"/>
                <a:lumOff val="26845"/>
                <a:alphaOff val="0"/>
                <a:tint val="71000"/>
                <a:satMod val="112000"/>
              </a:schemeClr>
            </a:gs>
            <a:gs pos="53000">
              <a:schemeClr val="accent1">
                <a:shade val="90000"/>
                <a:hueOff val="-183802"/>
                <a:satOff val="-3307"/>
                <a:lumOff val="26845"/>
                <a:alphaOff val="0"/>
                <a:tint val="71000"/>
                <a:satMod val="112000"/>
              </a:schemeClr>
            </a:gs>
            <a:gs pos="68000">
              <a:schemeClr val="accent1">
                <a:shade val="90000"/>
                <a:hueOff val="-183802"/>
                <a:satOff val="-3307"/>
                <a:lumOff val="26845"/>
                <a:alphaOff val="0"/>
                <a:tint val="86000"/>
              </a:schemeClr>
            </a:gs>
            <a:gs pos="100000">
              <a:schemeClr val="accent1">
                <a:shade val="90000"/>
                <a:hueOff val="-183802"/>
                <a:satOff val="-3307"/>
                <a:lumOff val="26845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/>
        </a:p>
      </dsp:txBody>
      <dsp:txXfrm>
        <a:off x="6681621" y="622180"/>
        <a:ext cx="212693" cy="220396"/>
      </dsp:txXfrm>
    </dsp:sp>
    <dsp:sp modelId="{767460B3-F7EC-41F1-9AB9-92A22C3CB032}">
      <dsp:nvSpPr>
        <dsp:cNvPr id="0" name=""/>
        <dsp:cNvSpPr/>
      </dsp:nvSpPr>
      <dsp:spPr>
        <a:xfrm>
          <a:off x="7128793" y="288032"/>
          <a:ext cx="1220487" cy="888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hade val="60000"/>
              </a:schemeClr>
            </a:gs>
            <a:gs pos="33000">
              <a:schemeClr val="accent1">
                <a:alpha val="90000"/>
                <a:hueOff val="0"/>
                <a:satOff val="0"/>
                <a:lumOff val="0"/>
                <a:alphaOff val="-40000"/>
                <a:tint val="86500"/>
              </a:schemeClr>
            </a:gs>
            <a:gs pos="46750">
              <a:schemeClr val="accent1">
                <a:alpha val="90000"/>
                <a:hueOff val="0"/>
                <a:satOff val="0"/>
                <a:lumOff val="0"/>
                <a:alphaOff val="-40000"/>
                <a:tint val="71000"/>
                <a:satMod val="112000"/>
              </a:schemeClr>
            </a:gs>
            <a:gs pos="53000">
              <a:schemeClr val="accent1">
                <a:alpha val="90000"/>
                <a:hueOff val="0"/>
                <a:satOff val="0"/>
                <a:lumOff val="0"/>
                <a:alphaOff val="-40000"/>
                <a:tint val="71000"/>
                <a:satMod val="112000"/>
              </a:schemeClr>
            </a:gs>
            <a:gs pos="68000">
              <a:schemeClr val="accent1">
                <a:alpha val="90000"/>
                <a:hueOff val="0"/>
                <a:satOff val="0"/>
                <a:lumOff val="0"/>
                <a:alphaOff val="-40000"/>
                <a:tint val="86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/>
            <a:t> Отправка договора эксперту</a:t>
          </a:r>
        </a:p>
      </dsp:txBody>
      <dsp:txXfrm>
        <a:off x="7154822" y="314061"/>
        <a:ext cx="1168429" cy="836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B5CC06F-0F59-4AE7-909C-C5FEFEA5062E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A2630A44-7D09-42A2-8A89-076861053AEB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124744"/>
            <a:ext cx="7918648" cy="1874639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/>
              <a:t>Система автоматизации оформления договоров </a:t>
            </a:r>
            <a:r>
              <a:rPr lang="ru-RU" sz="3600" dirty="0" err="1" smtClean="0"/>
              <a:t>автоэксперта</a:t>
            </a:r>
            <a:r>
              <a:rPr lang="ru-RU" sz="3600" dirty="0" smtClean="0"/>
              <a:t> на базе </a:t>
            </a:r>
            <a:r>
              <a:rPr lang="ru-RU" sz="3600" dirty="0" err="1" smtClean="0"/>
              <a:t>Telegram</a:t>
            </a:r>
            <a:r>
              <a:rPr lang="ru-RU" sz="3600" dirty="0" smtClean="0"/>
              <a:t>-бота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7584" y="4221088"/>
            <a:ext cx="4608512" cy="1752600"/>
          </a:xfrm>
        </p:spPr>
        <p:txBody>
          <a:bodyPr>
            <a:normAutofit/>
          </a:bodyPr>
          <a:lstStyle/>
          <a:p>
            <a:pPr algn="l"/>
            <a:r>
              <a:rPr lang="ru-RU" sz="1800" dirty="0" smtClean="0">
                <a:solidFill>
                  <a:schemeClr val="tx1"/>
                </a:solidFill>
              </a:rPr>
              <a:t>Автор</a:t>
            </a:r>
            <a:r>
              <a:rPr lang="en-US" sz="1800" dirty="0" smtClean="0">
                <a:solidFill>
                  <a:schemeClr val="tx1"/>
                </a:solidFill>
              </a:rPr>
              <a:t>:</a:t>
            </a:r>
            <a:r>
              <a:rPr lang="ru-RU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ru-RU" sz="1800" dirty="0" err="1" smtClean="0">
                <a:solidFill>
                  <a:schemeClr val="tx1"/>
                </a:solidFill>
              </a:rPr>
              <a:t>Пукальчук</a:t>
            </a:r>
            <a:r>
              <a:rPr lang="ru-RU" sz="1800" dirty="0" smtClean="0">
                <a:solidFill>
                  <a:schemeClr val="tx1"/>
                </a:solidFill>
              </a:rPr>
              <a:t> И.Н, группа </a:t>
            </a:r>
            <a:r>
              <a:rPr lang="en-US" sz="1800" dirty="0" smtClean="0">
                <a:solidFill>
                  <a:schemeClr val="tx1"/>
                </a:solidFill>
              </a:rPr>
              <a:t>Python 52</a:t>
            </a:r>
            <a:endParaRPr lang="ru-RU" sz="1800" dirty="0" smtClean="0">
              <a:solidFill>
                <a:schemeClr val="tx1"/>
              </a:solidFill>
            </a:endParaRPr>
          </a:p>
          <a:p>
            <a:pPr algn="l"/>
            <a:r>
              <a:rPr lang="ru-RU" sz="1800" dirty="0" smtClean="0">
                <a:solidFill>
                  <a:schemeClr val="tx1"/>
                </a:solidFill>
              </a:rPr>
              <a:t>Руководитель</a:t>
            </a:r>
            <a:r>
              <a:rPr lang="en-US" sz="1800" dirty="0" smtClean="0">
                <a:solidFill>
                  <a:schemeClr val="tx1"/>
                </a:solidFill>
              </a:rPr>
              <a:t>:</a:t>
            </a:r>
            <a:r>
              <a:rPr lang="ru-RU" sz="1800" dirty="0" smtClean="0">
                <a:solidFill>
                  <a:schemeClr val="tx1"/>
                </a:solidFill>
              </a:rPr>
              <a:t> Макаров М.Н</a:t>
            </a:r>
          </a:p>
          <a:p>
            <a:pPr algn="l"/>
            <a:r>
              <a:rPr lang="ru-RU" sz="1800" dirty="0" smtClean="0">
                <a:solidFill>
                  <a:schemeClr val="tx1"/>
                </a:solidFill>
              </a:rPr>
              <a:t>Учреждение</a:t>
            </a:r>
            <a:r>
              <a:rPr lang="en-US" sz="1800" dirty="0" smtClean="0">
                <a:solidFill>
                  <a:schemeClr val="tx1"/>
                </a:solidFill>
              </a:rPr>
              <a:t>: “</a:t>
            </a:r>
            <a:r>
              <a:rPr lang="ru-RU" sz="1800" dirty="0" smtClean="0">
                <a:solidFill>
                  <a:schemeClr val="tx1"/>
                </a:solidFill>
              </a:rPr>
              <a:t>Академия ТОП </a:t>
            </a:r>
            <a:r>
              <a:rPr lang="en-US" sz="1800" dirty="0" smtClean="0">
                <a:solidFill>
                  <a:schemeClr val="tx1"/>
                </a:solidFill>
              </a:rPr>
              <a:t>”</a:t>
            </a:r>
          </a:p>
          <a:p>
            <a:pPr algn="l"/>
            <a:r>
              <a:rPr lang="ru-RU" sz="1800" dirty="0" smtClean="0">
                <a:solidFill>
                  <a:schemeClr val="tx1"/>
                </a:solidFill>
              </a:rPr>
              <a:t>Город</a:t>
            </a:r>
            <a:r>
              <a:rPr lang="en-US" sz="1800" dirty="0" smtClean="0">
                <a:solidFill>
                  <a:schemeClr val="tx1"/>
                </a:solidFill>
              </a:rPr>
              <a:t>: </a:t>
            </a:r>
            <a:r>
              <a:rPr lang="ru-RU" sz="1800" dirty="0" smtClean="0">
                <a:solidFill>
                  <a:schemeClr val="tx1"/>
                </a:solidFill>
              </a:rPr>
              <a:t>Санкт-Петербург, 2016 год.</a:t>
            </a:r>
          </a:p>
          <a:p>
            <a:pPr algn="l"/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53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548680"/>
            <a:ext cx="8183880" cy="1051560"/>
          </a:xfrm>
        </p:spPr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1"/>
            <a:ext cx="8435280" cy="1900807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Автоматизация документооборота снижает количество ошибок </a:t>
            </a:r>
          </a:p>
          <a:p>
            <a:r>
              <a:rPr lang="ru-RU" sz="2000" dirty="0" smtClean="0"/>
              <a:t>В сфере </a:t>
            </a:r>
            <a:r>
              <a:rPr lang="ru-RU" sz="2000" dirty="0" err="1" smtClean="0"/>
              <a:t>автоэкспертиз</a:t>
            </a:r>
            <a:r>
              <a:rPr lang="ru-RU" sz="2000" dirty="0" smtClean="0"/>
              <a:t> договора часто оформляются вручную </a:t>
            </a:r>
          </a:p>
          <a:p>
            <a:r>
              <a:rPr lang="ru-RU" sz="2000" dirty="0" err="1" smtClean="0"/>
              <a:t>Telegram</a:t>
            </a:r>
            <a:r>
              <a:rPr lang="ru-RU" sz="2000" dirty="0" smtClean="0"/>
              <a:t>-бот позволяет упростить взаимодействие с клиентом </a:t>
            </a:r>
          </a:p>
          <a:p>
            <a:r>
              <a:rPr lang="ru-RU" sz="2000" dirty="0" smtClean="0"/>
              <a:t>Хранение данных в </a:t>
            </a:r>
            <a:r>
              <a:rPr lang="ru-RU" sz="2000" dirty="0" err="1" smtClean="0"/>
              <a:t>PostgreSQL</a:t>
            </a:r>
            <a:r>
              <a:rPr lang="ru-RU" sz="2000" dirty="0" smtClean="0"/>
              <a:t> делает работу более надёжной</a:t>
            </a:r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472753"/>
            <a:ext cx="2304256" cy="230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87824" y="4560386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Автоматизация </a:t>
            </a:r>
            <a:r>
              <a:rPr lang="ru-RU" dirty="0"/>
              <a:t>позволяет ускорить работу с документами.</a:t>
            </a:r>
          </a:p>
        </p:txBody>
      </p:sp>
    </p:spTree>
    <p:extLst>
      <p:ext uri="{BB962C8B-B14F-4D97-AF65-F5344CB8AC3E}">
        <p14:creationId xmlns:p14="http://schemas.microsoft.com/office/powerpoint/2010/main" val="355918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4365104"/>
            <a:ext cx="8229600" cy="2116832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Оформление договоров </a:t>
            </a:r>
            <a:r>
              <a:rPr lang="ru-RU" sz="2800" dirty="0" err="1" smtClean="0"/>
              <a:t>автоэксперта</a:t>
            </a:r>
            <a:r>
              <a:rPr lang="ru-RU" sz="2800" dirty="0" smtClean="0"/>
              <a:t> вручную занимает время, повышает риск ошибок и усложняет хранение данных.</a:t>
            </a:r>
            <a:endParaRPr lang="ru-RU" sz="2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196752"/>
            <a:ext cx="3230829" cy="32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5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Разработать систему автоматизации оформления договоров </a:t>
            </a:r>
            <a:r>
              <a:rPr lang="ru-RU" sz="2800" dirty="0" err="1" smtClean="0"/>
              <a:t>автоэксперта</a:t>
            </a:r>
            <a:r>
              <a:rPr lang="ru-RU" sz="2800" dirty="0" smtClean="0"/>
              <a:t> с использованием </a:t>
            </a:r>
            <a:r>
              <a:rPr lang="ru-RU" sz="2800" dirty="0" err="1" smtClean="0"/>
              <a:t>Telegram</a:t>
            </a:r>
            <a:r>
              <a:rPr lang="ru-RU" sz="2800" dirty="0" smtClean="0"/>
              <a:t>-бота и базы данных </a:t>
            </a:r>
            <a:r>
              <a:rPr lang="ru-RU" sz="2800" dirty="0" err="1" smtClean="0"/>
              <a:t>PostgreSQL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043608" y="4538536"/>
            <a:ext cx="2431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ручная работа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64088" y="4437112"/>
            <a:ext cx="2403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автоматизация</a:t>
            </a:r>
          </a:p>
        </p:txBody>
      </p:sp>
      <p:sp>
        <p:nvSpPr>
          <p:cNvPr id="7" name="Стрелка вправо с вырезом 6"/>
          <p:cNvSpPr/>
          <p:nvPr/>
        </p:nvSpPr>
        <p:spPr>
          <a:xfrm>
            <a:off x="3788194" y="4532152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26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Изучить технологии разработки </a:t>
            </a:r>
            <a:r>
              <a:rPr lang="ru-RU" sz="2800" dirty="0" err="1" smtClean="0"/>
              <a:t>Telegram</a:t>
            </a:r>
            <a:r>
              <a:rPr lang="ru-RU" sz="2800" dirty="0" smtClean="0"/>
              <a:t>-ботов </a:t>
            </a:r>
          </a:p>
          <a:p>
            <a:r>
              <a:rPr lang="ru-RU" sz="2800" dirty="0" smtClean="0"/>
              <a:t>Реализовать ввод данных с проверкой корректности </a:t>
            </a:r>
          </a:p>
          <a:p>
            <a:r>
              <a:rPr lang="ru-RU" sz="2800" dirty="0" smtClean="0"/>
              <a:t>Разработать формирование договора в формате DOCX </a:t>
            </a:r>
          </a:p>
          <a:p>
            <a:r>
              <a:rPr lang="ru-RU" sz="2800" dirty="0" smtClean="0"/>
              <a:t>Настроить хранение данных в </a:t>
            </a:r>
            <a:r>
              <a:rPr lang="ru-RU" sz="2800" dirty="0" err="1" smtClean="0"/>
              <a:t>PostgreSQL</a:t>
            </a:r>
            <a:r>
              <a:rPr lang="ru-RU" sz="2800" dirty="0" smtClean="0"/>
              <a:t> </a:t>
            </a:r>
          </a:p>
          <a:p>
            <a:r>
              <a:rPr lang="ru-RU" sz="2800" dirty="0" smtClean="0"/>
              <a:t>Реализовать управление заявками Провести тестирование системы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8003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Теоретическая основа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err="1" smtClean="0"/>
              <a:t>Telegram</a:t>
            </a:r>
            <a:r>
              <a:rPr lang="ru-RU" sz="2800" dirty="0" smtClean="0"/>
              <a:t> </a:t>
            </a:r>
            <a:r>
              <a:rPr lang="ru-RU" sz="2800" dirty="0" err="1" smtClean="0"/>
              <a:t>Bot</a:t>
            </a:r>
            <a:r>
              <a:rPr lang="ru-RU" sz="2800" dirty="0" smtClean="0"/>
              <a:t> API </a:t>
            </a:r>
          </a:p>
          <a:p>
            <a:r>
              <a:rPr lang="ru-RU" sz="2800" dirty="0" smtClean="0"/>
              <a:t>Клиент-серверная архитектура</a:t>
            </a:r>
          </a:p>
          <a:p>
            <a:r>
              <a:rPr lang="ru-RU" sz="2800" dirty="0" smtClean="0"/>
              <a:t> Реляционные базы данных</a:t>
            </a:r>
          </a:p>
          <a:p>
            <a:r>
              <a:rPr lang="ru-RU" sz="2800" dirty="0" smtClean="0"/>
              <a:t> CRUD-операции</a:t>
            </a:r>
          </a:p>
          <a:p>
            <a:r>
              <a:rPr lang="ru-RU" sz="2800" dirty="0" smtClean="0"/>
              <a:t> </a:t>
            </a:r>
            <a:r>
              <a:rPr lang="ru-RU" sz="2800" dirty="0" err="1" smtClean="0"/>
              <a:t>Валидация</a:t>
            </a:r>
            <a:r>
              <a:rPr lang="ru-RU" sz="2800" dirty="0" smtClean="0"/>
              <a:t> данных</a:t>
            </a:r>
          </a:p>
          <a:p>
            <a:r>
              <a:rPr lang="ru-RU" sz="2800" dirty="0" smtClean="0"/>
              <a:t> Автоматизация документооборота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1502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Инструменты и методы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Python</a:t>
            </a:r>
            <a:endParaRPr lang="ru-RU" sz="2800" dirty="0" smtClean="0"/>
          </a:p>
          <a:p>
            <a:r>
              <a:rPr lang="en-US" sz="2800" dirty="0" smtClean="0"/>
              <a:t> python-telegram-bot</a:t>
            </a:r>
            <a:endParaRPr lang="ru-RU" sz="2800" dirty="0" smtClean="0"/>
          </a:p>
          <a:p>
            <a:r>
              <a:rPr lang="en-US" sz="2800" dirty="0" smtClean="0"/>
              <a:t> </a:t>
            </a:r>
            <a:r>
              <a:rPr lang="en-US" sz="2800" dirty="0" err="1" smtClean="0"/>
              <a:t>SQLAlchemy</a:t>
            </a:r>
            <a:endParaRPr lang="ru-RU" sz="2800" dirty="0" smtClean="0"/>
          </a:p>
          <a:p>
            <a:r>
              <a:rPr lang="en-US" sz="2800" dirty="0" smtClean="0"/>
              <a:t> </a:t>
            </a:r>
            <a:r>
              <a:rPr lang="en-US" sz="2800" dirty="0" err="1" smtClean="0"/>
              <a:t>asyncpg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r>
              <a:rPr lang="en-US" sz="2800" dirty="0" err="1" smtClean="0"/>
              <a:t>PostgreSQL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r>
              <a:rPr lang="en-US" sz="2800" dirty="0" smtClean="0"/>
              <a:t>Visual Studio Code</a:t>
            </a:r>
            <a:endParaRPr lang="ru-RU" sz="2800" dirty="0" smtClean="0"/>
          </a:p>
          <a:p>
            <a:r>
              <a:rPr lang="en-US" sz="2800" dirty="0" smtClean="0"/>
              <a:t> python-</a:t>
            </a:r>
            <a:r>
              <a:rPr lang="en-US" sz="2800" dirty="0" err="1" smtClean="0"/>
              <a:t>docx</a:t>
            </a:r>
            <a:r>
              <a:rPr lang="en-US" sz="2800" dirty="0" smtClean="0"/>
              <a:t> / </a:t>
            </a:r>
            <a:r>
              <a:rPr lang="en-US" sz="2800" dirty="0" err="1" smtClean="0"/>
              <a:t>docxtpl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8492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5445224"/>
            <a:ext cx="8229600" cy="778098"/>
          </a:xfrm>
        </p:spPr>
        <p:txBody>
          <a:bodyPr>
            <a:normAutofit/>
          </a:bodyPr>
          <a:lstStyle/>
          <a:p>
            <a:r>
              <a:rPr lang="ru-RU" sz="1800" b="1" dirty="0" smtClean="0"/>
              <a:t>Схема показывает процесс работы системы от ввода данных пользователем до отправки готового договора эксперту.</a:t>
            </a:r>
            <a:endParaRPr lang="ru-RU" sz="1800" b="1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114514"/>
              </p:ext>
            </p:extLst>
          </p:nvPr>
        </p:nvGraphicFramePr>
        <p:xfrm>
          <a:off x="457200" y="1600201"/>
          <a:ext cx="8229600" cy="384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630305713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770121966"/>
              </p:ext>
            </p:extLst>
          </p:nvPr>
        </p:nvGraphicFramePr>
        <p:xfrm>
          <a:off x="179512" y="1196752"/>
          <a:ext cx="8856984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4" name="Заголовок 1"/>
          <p:cNvSpPr txBox="1">
            <a:spLocks/>
          </p:cNvSpPr>
          <p:nvPr/>
        </p:nvSpPr>
        <p:spPr>
          <a:xfrm>
            <a:off x="609600" y="188640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Практическая часть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97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9944" y="5877272"/>
            <a:ext cx="8005192" cy="566936"/>
          </a:xfrm>
        </p:spPr>
        <p:txBody>
          <a:bodyPr>
            <a:normAutofit fontScale="90000"/>
          </a:bodyPr>
          <a:lstStyle/>
          <a:p>
            <a:r>
              <a:rPr lang="ru-RU" sz="1800" dirty="0" smtClean="0"/>
              <a:t>Пример подтверждения введённых данных перед созданием договора</a:t>
            </a:r>
            <a:endParaRPr lang="ru-RU" sz="1800" dirty="0"/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976980"/>
            <a:ext cx="3115590" cy="3071811"/>
          </a:xfr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755576" y="176754"/>
            <a:ext cx="7488832" cy="515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Работа </a:t>
            </a:r>
            <a:r>
              <a:rPr lang="en-US" dirty="0" smtClean="0"/>
              <a:t>Telegram-</a:t>
            </a:r>
            <a:r>
              <a:rPr lang="ru-RU" dirty="0" smtClean="0"/>
              <a:t>Бота (клиент)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581129"/>
            <a:ext cx="2880320" cy="115212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430498"/>
            <a:ext cx="3804564" cy="10897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055240"/>
            <a:ext cx="3804564" cy="2377762"/>
          </a:xfrm>
          <a:prstGeom prst="rect">
            <a:avLst/>
          </a:prstGeom>
        </p:spPr>
      </p:pic>
      <p:sp>
        <p:nvSpPr>
          <p:cNvPr id="20" name="Стрелка углом вверх 19"/>
          <p:cNvSpPr/>
          <p:nvPr/>
        </p:nvSpPr>
        <p:spPr>
          <a:xfrm rot="10800000">
            <a:off x="913296" y="3501008"/>
            <a:ext cx="1642480" cy="80352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верх 20"/>
          <p:cNvSpPr/>
          <p:nvPr/>
        </p:nvSpPr>
        <p:spPr>
          <a:xfrm rot="5400000">
            <a:off x="5631412" y="3666635"/>
            <a:ext cx="484632" cy="6174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66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611"/>
            <a:ext cx="8229600" cy="905109"/>
          </a:xfrm>
        </p:spPr>
        <p:txBody>
          <a:bodyPr/>
          <a:lstStyle/>
          <a:p>
            <a:r>
              <a:rPr lang="ru-RU" dirty="0"/>
              <a:t>Работа эксперта в системе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268760"/>
            <a:ext cx="4176464" cy="1752752"/>
          </a:xfrm>
          <a:prstGeom prst="rect">
            <a:avLst/>
          </a:prstGeom>
        </p:spPr>
      </p:pic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72" y="3485997"/>
            <a:ext cx="2664296" cy="3185436"/>
          </a:xfr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612" y="3501008"/>
            <a:ext cx="2728196" cy="308340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575856" y="3068960"/>
            <a:ext cx="119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</a:t>
            </a:r>
            <a:r>
              <a:rPr lang="ru-RU" b="1" dirty="0" smtClean="0"/>
              <a:t>стория</a:t>
            </a:r>
            <a:endParaRPr lang="ru-RU" b="1" dirty="0"/>
          </a:p>
        </p:txBody>
      </p:sp>
      <p:sp>
        <p:nvSpPr>
          <p:cNvPr id="72" name="TextBox 71"/>
          <p:cNvSpPr txBox="1"/>
          <p:nvPr/>
        </p:nvSpPr>
        <p:spPr>
          <a:xfrm>
            <a:off x="4455612" y="3068960"/>
            <a:ext cx="278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Открыть заявку по </a:t>
            </a:r>
            <a:r>
              <a:rPr lang="en-US" b="1" dirty="0" smtClean="0"/>
              <a:t>ID</a:t>
            </a:r>
            <a:endParaRPr lang="ru-RU" b="1" dirty="0"/>
          </a:p>
        </p:txBody>
      </p:sp>
      <p:sp>
        <p:nvSpPr>
          <p:cNvPr id="73" name="TextBox 72"/>
          <p:cNvSpPr txBox="1"/>
          <p:nvPr/>
        </p:nvSpPr>
        <p:spPr>
          <a:xfrm>
            <a:off x="323528" y="1498805"/>
            <a:ext cx="295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Эксперт имеет доступ к </a:t>
            </a:r>
            <a:endParaRPr lang="en-US" sz="2000" b="1" dirty="0" smtClean="0"/>
          </a:p>
          <a:p>
            <a:r>
              <a:rPr lang="ru-RU" sz="2000" b="1" dirty="0" smtClean="0"/>
              <a:t>управлению </a:t>
            </a:r>
            <a:r>
              <a:rPr lang="ru-RU" sz="2000" b="1" dirty="0"/>
              <a:t>заявками:</a:t>
            </a:r>
          </a:p>
        </p:txBody>
      </p:sp>
      <p:sp>
        <p:nvSpPr>
          <p:cNvPr id="74" name="Стрелка вправо 73"/>
          <p:cNvSpPr/>
          <p:nvPr/>
        </p:nvSpPr>
        <p:spPr>
          <a:xfrm>
            <a:off x="3310118" y="1628305"/>
            <a:ext cx="576064" cy="48463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686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Объект 1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476672"/>
            <a:ext cx="3811341" cy="3888432"/>
          </a:xfrm>
        </p:spPr>
      </p:pic>
      <p:sp>
        <p:nvSpPr>
          <p:cNvPr id="14" name="TextBox 13"/>
          <p:cNvSpPr txBox="1"/>
          <p:nvPr/>
        </p:nvSpPr>
        <p:spPr>
          <a:xfrm>
            <a:off x="395536" y="476672"/>
            <a:ext cx="3416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Управление </a:t>
            </a:r>
            <a:r>
              <a:rPr lang="ru-RU" sz="2400" b="1" dirty="0" smtClean="0"/>
              <a:t>статусами</a:t>
            </a:r>
            <a:r>
              <a:rPr lang="en-US" sz="2400" b="1" dirty="0" smtClean="0"/>
              <a:t>:</a:t>
            </a:r>
            <a:endParaRPr lang="ru-R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07504" y="1196752"/>
            <a:ext cx="32195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 smtClean="0"/>
              <a:t>Новый (</a:t>
            </a:r>
            <a:r>
              <a:rPr lang="ru-RU" dirty="0"/>
              <a:t>По умолчанию при </a:t>
            </a:r>
            <a:endParaRPr lang="en-US" dirty="0" smtClean="0"/>
          </a:p>
          <a:p>
            <a:r>
              <a:rPr lang="en-US" dirty="0" smtClean="0"/>
              <a:t>     </a:t>
            </a:r>
            <a:r>
              <a:rPr lang="ru-RU" dirty="0" smtClean="0"/>
              <a:t>создании </a:t>
            </a:r>
            <a:r>
              <a:rPr lang="ru-RU" dirty="0"/>
              <a:t>новой заявки)</a:t>
            </a:r>
            <a:endParaRPr lang="ru-RU" dirty="0" smtClean="0"/>
          </a:p>
          <a:p>
            <a:pPr marL="285750" indent="-285750">
              <a:buFontTx/>
              <a:buChar char="-"/>
            </a:pPr>
            <a:r>
              <a:rPr lang="ru-RU" dirty="0" smtClean="0"/>
              <a:t>В работе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Выполнено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Отменено</a:t>
            </a:r>
          </a:p>
          <a:p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4797152"/>
            <a:ext cx="3816424" cy="1191551"/>
          </a:xfrm>
          <a:prstGeom prst="rect">
            <a:avLst/>
          </a:prstGeom>
        </p:spPr>
      </p:pic>
      <p:sp>
        <p:nvSpPr>
          <p:cNvPr id="17" name="Стрелка вправо 16"/>
          <p:cNvSpPr/>
          <p:nvPr/>
        </p:nvSpPr>
        <p:spPr>
          <a:xfrm>
            <a:off x="3563888" y="1484784"/>
            <a:ext cx="978408" cy="48463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97088" y="4944893"/>
            <a:ext cx="4539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Получаем выбранный экспертом договор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0006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Сформированный договор</a:t>
            </a:r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754995" y="6383987"/>
            <a:ext cx="8039236" cy="350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Пример автоматически сформированного договора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22" y="1556792"/>
            <a:ext cx="8618967" cy="134123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068960"/>
            <a:ext cx="4342774" cy="178323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7" y="3914854"/>
            <a:ext cx="4437311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3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39"/>
            <a:ext cx="8229600" cy="792089"/>
          </a:xfrm>
        </p:spPr>
        <p:txBody>
          <a:bodyPr>
            <a:normAutofit/>
          </a:bodyPr>
          <a:lstStyle/>
          <a:p>
            <a:r>
              <a:rPr lang="ru-RU" dirty="0" smtClean="0"/>
              <a:t>Практическая часть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56417"/>
              </p:ext>
            </p:extLst>
          </p:nvPr>
        </p:nvGraphicFramePr>
        <p:xfrm>
          <a:off x="323528" y="1268760"/>
          <a:ext cx="8640959" cy="23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108"/>
                <a:gridCol w="2404315"/>
                <a:gridCol w="2520280"/>
                <a:gridCol w="2304256"/>
              </a:tblGrid>
              <a:tr h="964704"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Показатель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Время оформления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Вероятность ошибок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Удобство хранения</a:t>
                      </a:r>
                      <a:endParaRPr lang="ru-RU" dirty="0"/>
                    </a:p>
                  </a:txBody>
                  <a:tcPr/>
                </a:tc>
              </a:tr>
              <a:tr h="703400">
                <a:tc>
                  <a:txBody>
                    <a:bodyPr/>
                    <a:lstStyle/>
                    <a:p>
                      <a:r>
                        <a:rPr lang="ru-RU" dirty="0" smtClean="0"/>
                        <a:t>Вручную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 минут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Высокая</a:t>
                      </a:r>
                      <a:r>
                        <a:rPr lang="ru-RU" baseline="0" dirty="0" smtClean="0"/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Низкое</a:t>
                      </a:r>
                      <a:endParaRPr lang="ru-RU" dirty="0"/>
                    </a:p>
                  </a:txBody>
                  <a:tcPr/>
                </a:tc>
              </a:tr>
              <a:tr h="703400">
                <a:tc>
                  <a:txBody>
                    <a:bodyPr/>
                    <a:lstStyle/>
                    <a:p>
                      <a:r>
                        <a:rPr lang="ru-RU" dirty="0" smtClean="0"/>
                        <a:t>Через Бота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 минуты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Низкая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Высокое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187744631"/>
              </p:ext>
            </p:extLst>
          </p:nvPr>
        </p:nvGraphicFramePr>
        <p:xfrm>
          <a:off x="3992" y="4221088"/>
          <a:ext cx="4176464" cy="2232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Заголовок 1"/>
          <p:cNvSpPr txBox="1">
            <a:spLocks/>
          </p:cNvSpPr>
          <p:nvPr/>
        </p:nvSpPr>
        <p:spPr>
          <a:xfrm>
            <a:off x="4355976" y="4365104"/>
            <a:ext cx="4499992" cy="17281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Автоматизация позволяет сократить время работы и уменьшить количество ошибок при заполнении договора.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37954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dirty="0" smtClean="0"/>
              <a:t>Тестирование проекта</a:t>
            </a:r>
            <a:endParaRPr lang="ru-RU" dirty="0"/>
          </a:p>
        </p:txBody>
      </p:sp>
      <p:graphicFrame>
        <p:nvGraphicFramePr>
          <p:cNvPr id="76" name="Объект 7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000001"/>
              </p:ext>
            </p:extLst>
          </p:nvPr>
        </p:nvGraphicFramePr>
        <p:xfrm>
          <a:off x="107504" y="1052736"/>
          <a:ext cx="8568952" cy="1440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1" name="Заголовок 1"/>
          <p:cNvSpPr txBox="1">
            <a:spLocks/>
          </p:cNvSpPr>
          <p:nvPr/>
        </p:nvSpPr>
        <p:spPr>
          <a:xfrm>
            <a:off x="335723" y="2996952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В ходе тестирования были проверены все основные функции системы: ввод данных, генерация договора, сохранение в базе данных и работа команд бота.</a:t>
            </a:r>
            <a:endParaRPr lang="ru-RU" sz="2400" dirty="0"/>
          </a:p>
        </p:txBody>
      </p:sp>
      <p:sp>
        <p:nvSpPr>
          <p:cNvPr id="82" name="Заголовок 1"/>
          <p:cNvSpPr txBox="1">
            <a:spLocks/>
          </p:cNvSpPr>
          <p:nvPr/>
        </p:nvSpPr>
        <p:spPr>
          <a:xfrm>
            <a:off x="539552" y="4437112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dirty="0"/>
          </a:p>
        </p:txBody>
      </p:sp>
      <p:sp>
        <p:nvSpPr>
          <p:cNvPr id="83" name="Заголовок 1"/>
          <p:cNvSpPr txBox="1">
            <a:spLocks/>
          </p:cNvSpPr>
          <p:nvPr/>
        </p:nvSpPr>
        <p:spPr>
          <a:xfrm>
            <a:off x="472625" y="5157192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Система работает стабильно, ошибки обрабатываются корректно.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84025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Хранение данных в </a:t>
            </a:r>
            <a:r>
              <a:rPr lang="en-US" dirty="0" err="1" smtClean="0"/>
              <a:t>PostgreSQL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48880"/>
            <a:ext cx="8229600" cy="2182115"/>
          </a:xfr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23528" y="5062219"/>
            <a:ext cx="85176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Пример хранения заявок в базе данных </a:t>
            </a:r>
            <a:r>
              <a:rPr lang="ru-RU" sz="2400" dirty="0" err="1" smtClean="0"/>
              <a:t>PostgreSQL</a:t>
            </a:r>
            <a:r>
              <a:rPr lang="ru-RU" sz="2400" dirty="0" smtClean="0"/>
              <a:t> с указанием их статуса</a:t>
            </a:r>
            <a:r>
              <a:rPr lang="en-US" sz="2400" dirty="0" smtClean="0"/>
              <a:t>. (new,  </a:t>
            </a:r>
            <a:r>
              <a:rPr lang="en-US" sz="2400" dirty="0" err="1" smtClean="0"/>
              <a:t>in_progress</a:t>
            </a:r>
            <a:r>
              <a:rPr lang="en-US" sz="2400" dirty="0" smtClean="0"/>
              <a:t>,  done,  canceled)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62153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Перспективы развития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2348880"/>
            <a:ext cx="8229600" cy="3340968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Добавление веб-интерфейса</a:t>
            </a:r>
          </a:p>
          <a:p>
            <a:r>
              <a:rPr lang="ru-RU" sz="2800" dirty="0" smtClean="0"/>
              <a:t>Реализация авторизации пользователей</a:t>
            </a:r>
          </a:p>
          <a:p>
            <a:r>
              <a:rPr lang="ru-RU" sz="2800" dirty="0" smtClean="0"/>
              <a:t> Расширение аналитики и статистики</a:t>
            </a:r>
          </a:p>
          <a:p>
            <a:r>
              <a:rPr lang="ru-RU" sz="2800" dirty="0" smtClean="0"/>
              <a:t>Поддержка нескольких экспертов </a:t>
            </a:r>
          </a:p>
          <a:p>
            <a:r>
              <a:rPr lang="ru-RU" sz="2800" dirty="0" smtClean="0"/>
              <a:t>Интеграция с другими сервисами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67913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ценность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 Может использоваться </a:t>
            </a:r>
            <a:r>
              <a:rPr lang="ru-RU" sz="2800" dirty="0" err="1" smtClean="0"/>
              <a:t>автоэкспертами</a:t>
            </a:r>
            <a:endParaRPr lang="ru-RU" sz="2800" dirty="0"/>
          </a:p>
          <a:p>
            <a:pPr marL="0" indent="0">
              <a:buNone/>
            </a:pPr>
            <a:r>
              <a:rPr lang="ru-RU" sz="2800" dirty="0" smtClean="0"/>
              <a:t>     в реальной работе</a:t>
            </a:r>
          </a:p>
          <a:p>
            <a:r>
              <a:rPr lang="ru-RU" sz="2800" dirty="0" smtClean="0"/>
              <a:t>Автоматизирует процесс оформления документов</a:t>
            </a:r>
          </a:p>
          <a:p>
            <a:r>
              <a:rPr lang="ru-RU" sz="2800" dirty="0" smtClean="0"/>
              <a:t> Обеспечивает удобное хранение заявок</a:t>
            </a:r>
          </a:p>
          <a:p>
            <a:r>
              <a:rPr lang="ru-RU" sz="2800" dirty="0" smtClean="0"/>
              <a:t> Сокращает время работы с клиентами</a:t>
            </a:r>
          </a:p>
          <a:p>
            <a:r>
              <a:rPr lang="ru-RU" sz="2800" dirty="0" smtClean="0"/>
              <a:t> Снижает вероятность ошибок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41467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1916832"/>
            <a:ext cx="8229600" cy="676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/>
              <a:t>    Проект готов к практическому применению</a:t>
            </a:r>
            <a:endParaRPr lang="ru-RU" sz="2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501008"/>
            <a:ext cx="3168352" cy="322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693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685</TotalTime>
  <Words>425</Words>
  <Application>Microsoft Office PowerPoint</Application>
  <PresentationFormat>Экран (4:3)</PresentationFormat>
  <Paragraphs>108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Апекс</vt:lpstr>
      <vt:lpstr>Система автоматизации оформления договоров автоэксперта на базе Telegram-бота</vt:lpstr>
      <vt:lpstr>Актуальность</vt:lpstr>
      <vt:lpstr>Проблема проекта</vt:lpstr>
      <vt:lpstr>Цель проекта</vt:lpstr>
      <vt:lpstr>Задачи проекта</vt:lpstr>
      <vt:lpstr>Теоретическая основа</vt:lpstr>
      <vt:lpstr>Инструменты и методы</vt:lpstr>
      <vt:lpstr>Схема показывает процесс работы системы от ввода данных пользователем до отправки готового договора эксперту.</vt:lpstr>
      <vt:lpstr>Пример подтверждения введённых данных перед созданием договора</vt:lpstr>
      <vt:lpstr>Работа эксперта в системе</vt:lpstr>
      <vt:lpstr>Презентация PowerPoint</vt:lpstr>
      <vt:lpstr>Сформированный договор</vt:lpstr>
      <vt:lpstr>Практическая часть</vt:lpstr>
      <vt:lpstr>Тестирование проекта</vt:lpstr>
      <vt:lpstr>Хранение данных в PostgreSQL</vt:lpstr>
      <vt:lpstr>Перспективы развития</vt:lpstr>
      <vt:lpstr>Практическая ценность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автоматизации оформления договоров автоэксперта на базе Telegram-бота</dc:title>
  <dc:creator>Иван Пукальчук</dc:creator>
  <cp:lastModifiedBy>Иван Пукальчук</cp:lastModifiedBy>
  <cp:revision>50</cp:revision>
  <dcterms:created xsi:type="dcterms:W3CDTF">2026-04-09T10:27:25Z</dcterms:created>
  <dcterms:modified xsi:type="dcterms:W3CDTF">2026-05-03T09:53:27Z</dcterms:modified>
</cp:coreProperties>
</file>